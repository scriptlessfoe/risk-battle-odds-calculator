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4" r:id="rId6"/>
    <p:sldId id="260" r:id="rId7"/>
    <p:sldId id="261" r:id="rId8"/>
    <p:sldId id="262" r:id="rId9"/>
    <p:sldId id="265" r:id="rId10"/>
    <p:sldId id="268" r:id="rId11"/>
    <p:sldId id="270" r:id="rId12"/>
    <p:sldId id="271" r:id="rId13"/>
    <p:sldId id="272" r:id="rId14"/>
    <p:sldId id="27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1688EB-2A57-4443-8708-7C8FA5CD44AC}" v="114" dt="2025-11-28T23:40:55.6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en Xie" userId="8c58f1ea6befdc81" providerId="LiveId" clId="{116E78CF-807F-41CF-833F-98DA1D8EC7EB}"/>
    <pc:docChg chg="undo redo custSel addSld delSld modSld addMainMaster delMainMaster">
      <pc:chgData name="Allen Xie" userId="8c58f1ea6befdc81" providerId="LiveId" clId="{116E78CF-807F-41CF-833F-98DA1D8EC7EB}" dt="2025-11-28T23:43:52.339" v="4331" actId="20577"/>
      <pc:docMkLst>
        <pc:docMk/>
      </pc:docMkLst>
      <pc:sldChg chg="addSp delSp modSp new mod modMedia setBg modClrScheme addAnim delAnim setClrOvrMap delDesignElem chgLayout">
        <pc:chgData name="Allen Xie" userId="8c58f1ea6befdc81" providerId="LiveId" clId="{116E78CF-807F-41CF-833F-98DA1D8EC7EB}" dt="2025-11-28T20:53:04.990" v="168" actId="27636"/>
        <pc:sldMkLst>
          <pc:docMk/>
          <pc:sldMk cId="3760279071" sldId="256"/>
        </pc:sldMkLst>
        <pc:spChg chg="mod">
          <ac:chgData name="Allen Xie" userId="8c58f1ea6befdc81" providerId="LiveId" clId="{116E78CF-807F-41CF-833F-98DA1D8EC7EB}" dt="2025-11-28T20:53:04.990" v="168" actId="27636"/>
          <ac:spMkLst>
            <pc:docMk/>
            <pc:sldMk cId="3760279071" sldId="256"/>
            <ac:spMk id="2" creationId="{87AB0A8C-C6E7-D5F0-2E7C-6224D6E219DD}"/>
          </ac:spMkLst>
        </pc:spChg>
        <pc:spChg chg="mod">
          <ac:chgData name="Allen Xie" userId="8c58f1ea6befdc81" providerId="LiveId" clId="{116E78CF-807F-41CF-833F-98DA1D8EC7EB}" dt="2025-11-28T20:49:28.673" v="160" actId="26606"/>
          <ac:spMkLst>
            <pc:docMk/>
            <pc:sldMk cId="3760279071" sldId="256"/>
            <ac:spMk id="3" creationId="{7877A3E9-E798-7C37-92CF-1F8CC933CC41}"/>
          </ac:spMkLst>
        </pc:spChg>
        <pc:spChg chg="add del">
          <ac:chgData name="Allen Xie" userId="8c58f1ea6befdc81" providerId="LiveId" clId="{116E78CF-807F-41CF-833F-98DA1D8EC7EB}" dt="2025-11-28T20:49:04.218" v="145" actId="26606"/>
          <ac:spMkLst>
            <pc:docMk/>
            <pc:sldMk cId="3760279071" sldId="256"/>
            <ac:spMk id="9" creationId="{6E448DB1-4196-18A6-15DA-C72635C1B11E}"/>
          </ac:spMkLst>
        </pc:spChg>
        <pc:spChg chg="add del">
          <ac:chgData name="Allen Xie" userId="8c58f1ea6befdc81" providerId="LiveId" clId="{116E78CF-807F-41CF-833F-98DA1D8EC7EB}" dt="2025-11-28T20:49:04.218" v="145" actId="26606"/>
          <ac:spMkLst>
            <pc:docMk/>
            <pc:sldMk cId="3760279071" sldId="256"/>
            <ac:spMk id="11" creationId="{DF15DF8A-891A-1965-E372-1BA1F3B945EF}"/>
          </ac:spMkLst>
        </pc:spChg>
        <pc:spChg chg="add del">
          <ac:chgData name="Allen Xie" userId="8c58f1ea6befdc81" providerId="LiveId" clId="{116E78CF-807F-41CF-833F-98DA1D8EC7EB}" dt="2025-11-28T20:49:11.484" v="149" actId="26606"/>
          <ac:spMkLst>
            <pc:docMk/>
            <pc:sldMk cId="3760279071" sldId="256"/>
            <ac:spMk id="14" creationId="{33E93247-6229-44AB-A550-739E971E690B}"/>
          </ac:spMkLst>
        </pc:spChg>
        <pc:spChg chg="add del">
          <ac:chgData name="Allen Xie" userId="8c58f1ea6befdc81" providerId="LiveId" clId="{116E78CF-807F-41CF-833F-98DA1D8EC7EB}" dt="2025-11-28T20:49:11.484" v="149" actId="26606"/>
          <ac:spMkLst>
            <pc:docMk/>
            <pc:sldMk cId="3760279071" sldId="256"/>
            <ac:spMk id="15" creationId="{612349FF-7742-42ED-ADF3-238B5DDD176C}"/>
          </ac:spMkLst>
        </pc:spChg>
        <pc:spChg chg="add del">
          <ac:chgData name="Allen Xie" userId="8c58f1ea6befdc81" providerId="LiveId" clId="{116E78CF-807F-41CF-833F-98DA1D8EC7EB}" dt="2025-11-28T20:49:11.484" v="149" actId="26606"/>
          <ac:spMkLst>
            <pc:docMk/>
            <pc:sldMk cId="3760279071" sldId="256"/>
            <ac:spMk id="17" creationId="{6BB6B482-ACCA-4938-8AEA-49D525C17221}"/>
          </ac:spMkLst>
        </pc:spChg>
        <pc:spChg chg="add del">
          <ac:chgData name="Allen Xie" userId="8c58f1ea6befdc81" providerId="LiveId" clId="{116E78CF-807F-41CF-833F-98DA1D8EC7EB}" dt="2025-11-28T20:49:15.495" v="153" actId="26606"/>
          <ac:spMkLst>
            <pc:docMk/>
            <pc:sldMk cId="3760279071" sldId="256"/>
            <ac:spMk id="19" creationId="{6E448DB1-4196-18A6-15DA-C72635C1B11E}"/>
          </ac:spMkLst>
        </pc:spChg>
        <pc:spChg chg="add del">
          <ac:chgData name="Allen Xie" userId="8c58f1ea6befdc81" providerId="LiveId" clId="{116E78CF-807F-41CF-833F-98DA1D8EC7EB}" dt="2025-11-28T20:49:15.495" v="153" actId="26606"/>
          <ac:spMkLst>
            <pc:docMk/>
            <pc:sldMk cId="3760279071" sldId="256"/>
            <ac:spMk id="21" creationId="{DF15DF8A-891A-1965-E372-1BA1F3B945EF}"/>
          </ac:spMkLst>
        </pc:spChg>
        <pc:spChg chg="add del">
          <ac:chgData name="Allen Xie" userId="8c58f1ea6befdc81" providerId="LiveId" clId="{116E78CF-807F-41CF-833F-98DA1D8EC7EB}" dt="2025-11-28T20:49:25.686" v="157" actId="26606"/>
          <ac:spMkLst>
            <pc:docMk/>
            <pc:sldMk cId="3760279071" sldId="256"/>
            <ac:spMk id="23" creationId="{8BEC44CD-E290-4D60-A056-5BA05B182AC3}"/>
          </ac:spMkLst>
        </pc:spChg>
        <pc:spChg chg="add del">
          <ac:chgData name="Allen Xie" userId="8c58f1ea6befdc81" providerId="LiveId" clId="{116E78CF-807F-41CF-833F-98DA1D8EC7EB}" dt="2025-11-28T20:49:25.686" v="157" actId="26606"/>
          <ac:spMkLst>
            <pc:docMk/>
            <pc:sldMk cId="3760279071" sldId="256"/>
            <ac:spMk id="25" creationId="{B2C335F7-F61C-4EB4-80F2-4B1438FE66BB}"/>
          </ac:spMkLst>
        </pc:spChg>
        <pc:spChg chg="add del">
          <ac:chgData name="Allen Xie" userId="8c58f1ea6befdc81" providerId="LiveId" clId="{116E78CF-807F-41CF-833F-98DA1D8EC7EB}" dt="2025-11-28T20:49:25.686" v="157" actId="26606"/>
          <ac:spMkLst>
            <pc:docMk/>
            <pc:sldMk cId="3760279071" sldId="256"/>
            <ac:spMk id="26" creationId="{F1189494-2B67-46D2-93D6-A122A09BF6B2}"/>
          </ac:spMkLst>
        </pc:spChg>
        <pc:spChg chg="add del">
          <ac:chgData name="Allen Xie" userId="8c58f1ea6befdc81" providerId="LiveId" clId="{116E78CF-807F-41CF-833F-98DA1D8EC7EB}" dt="2025-11-28T20:49:28.621" v="159" actId="26606"/>
          <ac:spMkLst>
            <pc:docMk/>
            <pc:sldMk cId="3760279071" sldId="256"/>
            <ac:spMk id="28" creationId="{19F9BF86-FE94-4517-B97D-026C7515E589}"/>
          </ac:spMkLst>
        </pc:spChg>
        <pc:spChg chg="add del">
          <ac:chgData name="Allen Xie" userId="8c58f1ea6befdc81" providerId="LiveId" clId="{116E78CF-807F-41CF-833F-98DA1D8EC7EB}" dt="2025-11-28T20:49:28.621" v="159" actId="26606"/>
          <ac:spMkLst>
            <pc:docMk/>
            <pc:sldMk cId="3760279071" sldId="256"/>
            <ac:spMk id="30" creationId="{D30DD7D3-2712-4491-B2C2-5FC23330C7CB}"/>
          </ac:spMkLst>
        </pc:spChg>
        <pc:spChg chg="add del">
          <ac:chgData name="Allen Xie" userId="8c58f1ea6befdc81" providerId="LiveId" clId="{116E78CF-807F-41CF-833F-98DA1D8EC7EB}" dt="2025-11-28T20:53:04.758" v="167"/>
          <ac:spMkLst>
            <pc:docMk/>
            <pc:sldMk cId="3760279071" sldId="256"/>
            <ac:spMk id="33" creationId="{8BEC44CD-E290-4D60-A056-5BA05B182AC3}"/>
          </ac:spMkLst>
        </pc:spChg>
        <pc:spChg chg="add del">
          <ac:chgData name="Allen Xie" userId="8c58f1ea6befdc81" providerId="LiveId" clId="{116E78CF-807F-41CF-833F-98DA1D8EC7EB}" dt="2025-11-28T20:53:04.758" v="167"/>
          <ac:spMkLst>
            <pc:docMk/>
            <pc:sldMk cId="3760279071" sldId="256"/>
            <ac:spMk id="35" creationId="{B2C335F7-F61C-4EB4-80F2-4B1438FE66BB}"/>
          </ac:spMkLst>
        </pc:spChg>
        <pc:spChg chg="add del">
          <ac:chgData name="Allen Xie" userId="8c58f1ea6befdc81" providerId="LiveId" clId="{116E78CF-807F-41CF-833F-98DA1D8EC7EB}" dt="2025-11-28T20:53:04.758" v="167"/>
          <ac:spMkLst>
            <pc:docMk/>
            <pc:sldMk cId="3760279071" sldId="256"/>
            <ac:spMk id="36" creationId="{F1189494-2B67-46D2-93D6-A122A09BF6B2}"/>
          </ac:spMkLst>
        </pc:spChg>
        <pc:picChg chg="add del">
          <ac:chgData name="Allen Xie" userId="8c58f1ea6befdc81" providerId="LiveId" clId="{116E78CF-807F-41CF-833F-98DA1D8EC7EB}" dt="2025-11-28T20:49:04.218" v="145" actId="26606"/>
          <ac:picMkLst>
            <pc:docMk/>
            <pc:sldMk cId="3760279071" sldId="256"/>
            <ac:picMk id="4" creationId="{D3FA73B3-7109-D9C5-9953-5D1B194CB991}"/>
          </ac:picMkLst>
        </pc:picChg>
        <pc:picChg chg="add del mod">
          <ac:chgData name="Allen Xie" userId="8c58f1ea6befdc81" providerId="LiveId" clId="{116E78CF-807F-41CF-833F-98DA1D8EC7EB}" dt="2025-11-28T20:49:11.484" v="149" actId="26606"/>
          <ac:picMkLst>
            <pc:docMk/>
            <pc:sldMk cId="3760279071" sldId="256"/>
            <ac:picMk id="16" creationId="{1E123D72-7F30-2435-0783-5B20794EBA6D}"/>
          </ac:picMkLst>
        </pc:picChg>
        <pc:picChg chg="add del">
          <ac:chgData name="Allen Xie" userId="8c58f1ea6befdc81" providerId="LiveId" clId="{116E78CF-807F-41CF-833F-98DA1D8EC7EB}" dt="2025-11-28T20:49:15.495" v="153" actId="26606"/>
          <ac:picMkLst>
            <pc:docMk/>
            <pc:sldMk cId="3760279071" sldId="256"/>
            <ac:picMk id="20" creationId="{D3FA73B3-7109-D9C5-9953-5D1B194CB991}"/>
          </ac:picMkLst>
        </pc:picChg>
        <pc:picChg chg="add del">
          <ac:chgData name="Allen Xie" userId="8c58f1ea6befdc81" providerId="LiveId" clId="{116E78CF-807F-41CF-833F-98DA1D8EC7EB}" dt="2025-11-28T20:49:25.686" v="157" actId="26606"/>
          <ac:picMkLst>
            <pc:docMk/>
            <pc:sldMk cId="3760279071" sldId="256"/>
            <ac:picMk id="24" creationId="{0C4B154E-559B-62FF-B207-076321222233}"/>
          </ac:picMkLst>
        </pc:picChg>
        <pc:picChg chg="add del">
          <ac:chgData name="Allen Xie" userId="8c58f1ea6befdc81" providerId="LiveId" clId="{116E78CF-807F-41CF-833F-98DA1D8EC7EB}" dt="2025-11-28T20:49:28.621" v="159" actId="26606"/>
          <ac:picMkLst>
            <pc:docMk/>
            <pc:sldMk cId="3760279071" sldId="256"/>
            <ac:picMk id="29" creationId="{6EE1CFD3-4764-5761-FE32-BBBCCB79F39F}"/>
          </ac:picMkLst>
        </pc:picChg>
        <pc:picChg chg="add">
          <ac:chgData name="Allen Xie" userId="8c58f1ea6befdc81" providerId="LiveId" clId="{116E78CF-807F-41CF-833F-98DA1D8EC7EB}" dt="2025-11-28T20:49:28.673" v="160" actId="26606"/>
          <ac:picMkLst>
            <pc:docMk/>
            <pc:sldMk cId="3760279071" sldId="256"/>
            <ac:picMk id="34" creationId="{0C4B154E-559B-62FF-B207-076321222233}"/>
          </ac:picMkLst>
        </pc:picChg>
        <pc:cxnChg chg="add del">
          <ac:chgData name="Allen Xie" userId="8c58f1ea6befdc81" providerId="LiveId" clId="{116E78CF-807F-41CF-833F-98DA1D8EC7EB}" dt="2025-11-28T20:49:11.484" v="149" actId="26606"/>
          <ac:cxnSpMkLst>
            <pc:docMk/>
            <pc:sldMk cId="3760279071" sldId="256"/>
            <ac:cxnSpMk id="13" creationId="{095C64CB-DCB0-424A-8DFE-F09CBEE92615}"/>
          </ac:cxnSpMkLst>
        </pc:cxnChg>
        <pc:cxnChg chg="add del">
          <ac:chgData name="Allen Xie" userId="8c58f1ea6befdc81" providerId="LiveId" clId="{116E78CF-807F-41CF-833F-98DA1D8EC7EB}" dt="2025-11-28T20:49:28.621" v="159" actId="26606"/>
          <ac:cxnSpMkLst>
            <pc:docMk/>
            <pc:sldMk cId="3760279071" sldId="256"/>
            <ac:cxnSpMk id="31" creationId="{FFD0734C-004D-4938-8EA0-2C3867A11A66}"/>
          </ac:cxnSpMkLst>
        </pc:cxnChg>
      </pc:sldChg>
      <pc:sldChg chg="modSp new del">
        <pc:chgData name="Allen Xie" userId="8c58f1ea6befdc81" providerId="LiveId" clId="{116E78CF-807F-41CF-833F-98DA1D8EC7EB}" dt="2025-11-28T20:54:04.238" v="169" actId="47"/>
        <pc:sldMkLst>
          <pc:docMk/>
          <pc:sldMk cId="851952787" sldId="257"/>
        </pc:sldMkLst>
        <pc:spChg chg="mod">
          <ac:chgData name="Allen Xie" userId="8c58f1ea6befdc81" providerId="LiveId" clId="{116E78CF-807F-41CF-833F-98DA1D8EC7EB}" dt="2025-11-28T20:53:04.758" v="167"/>
          <ac:spMkLst>
            <pc:docMk/>
            <pc:sldMk cId="851952787" sldId="257"/>
            <ac:spMk id="2" creationId="{FBBFCC14-94DD-1319-FD50-F257C1F46786}"/>
          </ac:spMkLst>
        </pc:spChg>
        <pc:spChg chg="mod">
          <ac:chgData name="Allen Xie" userId="8c58f1ea6befdc81" providerId="LiveId" clId="{116E78CF-807F-41CF-833F-98DA1D8EC7EB}" dt="2025-11-28T20:53:04.758" v="167"/>
          <ac:spMkLst>
            <pc:docMk/>
            <pc:sldMk cId="851952787" sldId="257"/>
            <ac:spMk id="3" creationId="{F9CC3737-984C-2038-6354-C0689346F695}"/>
          </ac:spMkLst>
        </pc:spChg>
      </pc:sldChg>
      <pc:sldChg chg="new del">
        <pc:chgData name="Allen Xie" userId="8c58f1ea6befdc81" providerId="LiveId" clId="{116E78CF-807F-41CF-833F-98DA1D8EC7EB}" dt="2025-11-28T20:54:36.540" v="171" actId="47"/>
        <pc:sldMkLst>
          <pc:docMk/>
          <pc:sldMk cId="3232101539" sldId="257"/>
        </pc:sldMkLst>
      </pc:sldChg>
      <pc:sldChg chg="addSp delSp modSp new mod setBg addAnim">
        <pc:chgData name="Allen Xie" userId="8c58f1ea6befdc81" providerId="LiveId" clId="{116E78CF-807F-41CF-833F-98DA1D8EC7EB}" dt="2025-11-28T20:56:40.988" v="196" actId="207"/>
        <pc:sldMkLst>
          <pc:docMk/>
          <pc:sldMk cId="3668489108" sldId="257"/>
        </pc:sldMkLst>
        <pc:spChg chg="mod">
          <ac:chgData name="Allen Xie" userId="8c58f1ea6befdc81" providerId="LiveId" clId="{116E78CF-807F-41CF-833F-98DA1D8EC7EB}" dt="2025-11-28T20:56:40.988" v="196" actId="207"/>
          <ac:spMkLst>
            <pc:docMk/>
            <pc:sldMk cId="3668489108" sldId="257"/>
            <ac:spMk id="2" creationId="{E858B176-FBFC-3D59-346B-AAF7BC0371BC}"/>
          </ac:spMkLst>
        </pc:spChg>
        <pc:spChg chg="add del">
          <ac:chgData name="Allen Xie" userId="8c58f1ea6befdc81" providerId="LiveId" clId="{116E78CF-807F-41CF-833F-98DA1D8EC7EB}" dt="2025-11-28T20:55:49.989" v="183" actId="26606"/>
          <ac:spMkLst>
            <pc:docMk/>
            <pc:sldMk cId="3668489108" sldId="257"/>
            <ac:spMk id="9" creationId="{377641A3-0AD1-47C4-888F-5D557BC9C0CB}"/>
          </ac:spMkLst>
        </pc:spChg>
        <pc:spChg chg="add">
          <ac:chgData name="Allen Xie" userId="8c58f1ea6befdc81" providerId="LiveId" clId="{116E78CF-807F-41CF-833F-98DA1D8EC7EB}" dt="2025-11-28T20:55:49.989" v="183" actId="26606"/>
          <ac:spMkLst>
            <pc:docMk/>
            <pc:sldMk cId="3668489108" sldId="257"/>
            <ac:spMk id="14" creationId="{377641A3-0AD1-47C4-888F-5D557BC9C0CB}"/>
          </ac:spMkLst>
        </pc:spChg>
        <pc:picChg chg="add mod">
          <ac:chgData name="Allen Xie" userId="8c58f1ea6befdc81" providerId="LiveId" clId="{116E78CF-807F-41CF-833F-98DA1D8EC7EB}" dt="2025-11-28T20:55:55.702" v="185" actId="1076"/>
          <ac:picMkLst>
            <pc:docMk/>
            <pc:sldMk cId="3668489108" sldId="257"/>
            <ac:picMk id="4" creationId="{AAEA6907-69AF-9953-7578-A71F304346C0}"/>
          </ac:picMkLst>
        </pc:picChg>
      </pc:sldChg>
      <pc:sldChg chg="addSp delSp modSp new mod setBg addAnim delAnim">
        <pc:chgData name="Allen Xie" userId="8c58f1ea6befdc81" providerId="LiveId" clId="{116E78CF-807F-41CF-833F-98DA1D8EC7EB}" dt="2025-11-28T20:59:30.470" v="226" actId="1076"/>
        <pc:sldMkLst>
          <pc:docMk/>
          <pc:sldMk cId="608424462" sldId="258"/>
        </pc:sldMkLst>
        <pc:spChg chg="mod">
          <ac:chgData name="Allen Xie" userId="8c58f1ea6befdc81" providerId="LiveId" clId="{116E78CF-807F-41CF-833F-98DA1D8EC7EB}" dt="2025-11-28T20:59:30.470" v="226" actId="1076"/>
          <ac:spMkLst>
            <pc:docMk/>
            <pc:sldMk cId="608424462" sldId="258"/>
            <ac:spMk id="2" creationId="{B21F7D2C-686C-F3E0-D944-0BFA3D3744AC}"/>
          </ac:spMkLst>
        </pc:spChg>
        <pc:spChg chg="add mod">
          <ac:chgData name="Allen Xie" userId="8c58f1ea6befdc81" providerId="LiveId" clId="{116E78CF-807F-41CF-833F-98DA1D8EC7EB}" dt="2025-11-28T20:59:25.352" v="225" actId="26606"/>
          <ac:spMkLst>
            <pc:docMk/>
            <pc:sldMk cId="608424462" sldId="258"/>
            <ac:spMk id="5" creationId="{5FF644F6-39C8-A655-4183-C2DC733360E5}"/>
          </ac:spMkLst>
        </pc:spChg>
        <pc:spChg chg="add del">
          <ac:chgData name="Allen Xie" userId="8c58f1ea6befdc81" providerId="LiveId" clId="{116E78CF-807F-41CF-833F-98DA1D8EC7EB}" dt="2025-11-28T20:57:21.465" v="202" actId="26606"/>
          <ac:spMkLst>
            <pc:docMk/>
            <pc:sldMk cId="608424462" sldId="258"/>
            <ac:spMk id="7" creationId="{BCA2EB72-13DC-4DC6-B461-3B036C55B925}"/>
          </ac:spMkLst>
        </pc:spChg>
        <pc:picChg chg="add mod">
          <ac:chgData name="Allen Xie" userId="8c58f1ea6befdc81" providerId="LiveId" clId="{116E78CF-807F-41CF-833F-98DA1D8EC7EB}" dt="2025-11-28T20:59:25.352" v="225" actId="26606"/>
          <ac:picMkLst>
            <pc:docMk/>
            <pc:sldMk cId="608424462" sldId="258"/>
            <ac:picMk id="4" creationId="{C07D3C93-FBCB-28E2-DCC5-C5BA67905BAB}"/>
          </ac:picMkLst>
        </pc:picChg>
        <pc:picChg chg="add del">
          <ac:chgData name="Allen Xie" userId="8c58f1ea6befdc81" providerId="LiveId" clId="{116E78CF-807F-41CF-833F-98DA1D8EC7EB}" dt="2025-11-28T20:59:16.336" v="224" actId="478"/>
          <ac:picMkLst>
            <pc:docMk/>
            <pc:sldMk cId="608424462" sldId="258"/>
            <ac:picMk id="6" creationId="{6BC33C43-4638-4F44-B27B-F381A89FC957}"/>
          </ac:picMkLst>
        </pc:picChg>
        <pc:cxnChg chg="add del">
          <ac:chgData name="Allen Xie" userId="8c58f1ea6befdc81" providerId="LiveId" clId="{116E78CF-807F-41CF-833F-98DA1D8EC7EB}" dt="2025-11-28T20:57:21.465" v="202" actId="26606"/>
          <ac:cxnSpMkLst>
            <pc:docMk/>
            <pc:sldMk cId="608424462" sldId="258"/>
            <ac:cxnSpMk id="9" creationId="{C8F75BF3-096E-451E-A222-96A7F0946814}"/>
          </ac:cxnSpMkLst>
        </pc:cxnChg>
      </pc:sldChg>
      <pc:sldChg chg="new del">
        <pc:chgData name="Allen Xie" userId="8c58f1ea6befdc81" providerId="LiveId" clId="{116E78CF-807F-41CF-833F-98DA1D8EC7EB}" dt="2025-11-28T20:52:56.512" v="165" actId="47"/>
        <pc:sldMkLst>
          <pc:docMk/>
          <pc:sldMk cId="3647230009" sldId="258"/>
        </pc:sldMkLst>
      </pc:sldChg>
      <pc:sldChg chg="addSp modSp new mod setBg">
        <pc:chgData name="Allen Xie" userId="8c58f1ea6befdc81" providerId="LiveId" clId="{116E78CF-807F-41CF-833F-98DA1D8EC7EB}" dt="2025-11-28T21:03:25.363" v="242" actId="1076"/>
        <pc:sldMkLst>
          <pc:docMk/>
          <pc:sldMk cId="2496831810" sldId="259"/>
        </pc:sldMkLst>
        <pc:spChg chg="mod">
          <ac:chgData name="Allen Xie" userId="8c58f1ea6befdc81" providerId="LiveId" clId="{116E78CF-807F-41CF-833F-98DA1D8EC7EB}" dt="2025-11-28T21:03:25.363" v="242" actId="1076"/>
          <ac:spMkLst>
            <pc:docMk/>
            <pc:sldMk cId="2496831810" sldId="259"/>
            <ac:spMk id="2" creationId="{10A815DD-D90C-6001-F6BD-40A3E3F467F7}"/>
          </ac:spMkLst>
        </pc:spChg>
        <pc:picChg chg="add mod">
          <ac:chgData name="Allen Xie" userId="8c58f1ea6befdc81" providerId="LiveId" clId="{116E78CF-807F-41CF-833F-98DA1D8EC7EB}" dt="2025-11-28T21:01:40.701" v="234" actId="26606"/>
          <ac:picMkLst>
            <pc:docMk/>
            <pc:sldMk cId="2496831810" sldId="259"/>
            <ac:picMk id="4" creationId="{2054E155-3948-2543-392F-6FECE2C7583F}"/>
          </ac:picMkLst>
        </pc:picChg>
      </pc:sldChg>
      <pc:sldChg chg="addSp modSp new mod setBg addAnim">
        <pc:chgData name="Allen Xie" userId="8c58f1ea6befdc81" providerId="LiveId" clId="{116E78CF-807F-41CF-833F-98DA1D8EC7EB}" dt="2025-11-28T21:26:29.786" v="1714" actId="14100"/>
        <pc:sldMkLst>
          <pc:docMk/>
          <pc:sldMk cId="3651755853" sldId="260"/>
        </pc:sldMkLst>
        <pc:spChg chg="mod">
          <ac:chgData name="Allen Xie" userId="8c58f1ea6befdc81" providerId="LiveId" clId="{116E78CF-807F-41CF-833F-98DA1D8EC7EB}" dt="2025-11-28T21:26:29.786" v="1714" actId="14100"/>
          <ac:spMkLst>
            <pc:docMk/>
            <pc:sldMk cId="3651755853" sldId="260"/>
            <ac:spMk id="2" creationId="{955E495D-44E0-B11D-A9C2-0F58C74A0797}"/>
          </ac:spMkLst>
        </pc:spChg>
        <pc:picChg chg="add">
          <ac:chgData name="Allen Xie" userId="8c58f1ea6befdc81" providerId="LiveId" clId="{116E78CF-807F-41CF-833F-98DA1D8EC7EB}" dt="2025-11-28T21:04:12.559" v="248" actId="26606"/>
          <ac:picMkLst>
            <pc:docMk/>
            <pc:sldMk cId="3651755853" sldId="260"/>
            <ac:picMk id="4" creationId="{6A4C52DA-F142-36E4-473D-2FC36762DD4C}"/>
          </ac:picMkLst>
        </pc:picChg>
      </pc:sldChg>
      <pc:sldChg chg="new del">
        <pc:chgData name="Allen Xie" userId="8c58f1ea6befdc81" providerId="LiveId" clId="{116E78CF-807F-41CF-833F-98DA1D8EC7EB}" dt="2025-11-28T21:05:31.854" v="254" actId="47"/>
        <pc:sldMkLst>
          <pc:docMk/>
          <pc:sldMk cId="3622752208" sldId="261"/>
        </pc:sldMkLst>
      </pc:sldChg>
      <pc:sldChg chg="addSp delSp modSp new mod setBg">
        <pc:chgData name="Allen Xie" userId="8c58f1ea6befdc81" providerId="LiveId" clId="{116E78CF-807F-41CF-833F-98DA1D8EC7EB}" dt="2025-11-28T21:27:18.160" v="1738" actId="20577"/>
        <pc:sldMkLst>
          <pc:docMk/>
          <pc:sldMk cId="3758433343" sldId="261"/>
        </pc:sldMkLst>
        <pc:spChg chg="mod">
          <ac:chgData name="Allen Xie" userId="8c58f1ea6befdc81" providerId="LiveId" clId="{116E78CF-807F-41CF-833F-98DA1D8EC7EB}" dt="2025-11-28T21:10:20.797" v="584" actId="1076"/>
          <ac:spMkLst>
            <pc:docMk/>
            <pc:sldMk cId="3758433343" sldId="261"/>
            <ac:spMk id="2" creationId="{D4531FAB-D4DD-3D47-B014-B72130F85650}"/>
          </ac:spMkLst>
        </pc:spChg>
        <pc:spChg chg="mod">
          <ac:chgData name="Allen Xie" userId="8c58f1ea6befdc81" providerId="LiveId" clId="{116E78CF-807F-41CF-833F-98DA1D8EC7EB}" dt="2025-11-28T21:27:18.160" v="1738" actId="20577"/>
          <ac:spMkLst>
            <pc:docMk/>
            <pc:sldMk cId="3758433343" sldId="261"/>
            <ac:spMk id="3" creationId="{FCEEEEEF-BE2D-2AE7-903B-D0945AF27345}"/>
          </ac:spMkLst>
        </pc:spChg>
        <pc:spChg chg="del">
          <ac:chgData name="Allen Xie" userId="8c58f1ea6befdc81" providerId="LiveId" clId="{116E78CF-807F-41CF-833F-98DA1D8EC7EB}" dt="2025-11-28T21:07:50.356" v="488"/>
          <ac:spMkLst>
            <pc:docMk/>
            <pc:sldMk cId="3758433343" sldId="261"/>
            <ac:spMk id="4" creationId="{A72D336D-A0E3-8A02-C206-974AFE5B45D4}"/>
          </ac:spMkLst>
        </pc:spChg>
        <pc:picChg chg="add mod modCrop">
          <ac:chgData name="Allen Xie" userId="8c58f1ea6befdc81" providerId="LiveId" clId="{116E78CF-807F-41CF-833F-98DA1D8EC7EB}" dt="2025-11-28T21:09:56.668" v="583" actId="26606"/>
          <ac:picMkLst>
            <pc:docMk/>
            <pc:sldMk cId="3758433343" sldId="261"/>
            <ac:picMk id="6" creationId="{3B328AC9-A4EB-E7BD-AAB5-F9FD99A7F82C}"/>
          </ac:picMkLst>
        </pc:picChg>
      </pc:sldChg>
      <pc:sldChg chg="addSp delSp modSp new mod">
        <pc:chgData name="Allen Xie" userId="8c58f1ea6befdc81" providerId="LiveId" clId="{116E78CF-807F-41CF-833F-98DA1D8EC7EB}" dt="2025-11-28T23:32:18.679" v="3723" actId="207"/>
        <pc:sldMkLst>
          <pc:docMk/>
          <pc:sldMk cId="291650193" sldId="262"/>
        </pc:sldMkLst>
        <pc:spChg chg="mod">
          <ac:chgData name="Allen Xie" userId="8c58f1ea6befdc81" providerId="LiveId" clId="{116E78CF-807F-41CF-833F-98DA1D8EC7EB}" dt="2025-11-28T21:13:16.269" v="608" actId="20577"/>
          <ac:spMkLst>
            <pc:docMk/>
            <pc:sldMk cId="291650193" sldId="262"/>
            <ac:spMk id="2" creationId="{440AA290-02DC-DF89-FAC7-55E879869625}"/>
          </ac:spMkLst>
        </pc:spChg>
        <pc:spChg chg="mod">
          <ac:chgData name="Allen Xie" userId="8c58f1ea6befdc81" providerId="LiveId" clId="{116E78CF-807F-41CF-833F-98DA1D8EC7EB}" dt="2025-11-28T23:32:18.679" v="3723" actId="207"/>
          <ac:spMkLst>
            <pc:docMk/>
            <pc:sldMk cId="291650193" sldId="262"/>
            <ac:spMk id="3" creationId="{7A22F867-E92F-BB70-CB61-F78D56FFBF63}"/>
          </ac:spMkLst>
        </pc:spChg>
        <pc:spChg chg="del mod">
          <ac:chgData name="Allen Xie" userId="8c58f1ea6befdc81" providerId="LiveId" clId="{116E78CF-807F-41CF-833F-98DA1D8EC7EB}" dt="2025-11-28T21:39:01.092" v="2049"/>
          <ac:spMkLst>
            <pc:docMk/>
            <pc:sldMk cId="291650193" sldId="262"/>
            <ac:spMk id="4" creationId="{62AA5A86-DE00-42BA-FDAE-3AD993BB145F}"/>
          </ac:spMkLst>
        </pc:spChg>
        <pc:picChg chg="add mod">
          <ac:chgData name="Allen Xie" userId="8c58f1ea6befdc81" providerId="LiveId" clId="{116E78CF-807F-41CF-833F-98DA1D8EC7EB}" dt="2025-11-28T21:40:40.784" v="2070" actId="14100"/>
          <ac:picMkLst>
            <pc:docMk/>
            <pc:sldMk cId="291650193" sldId="262"/>
            <ac:picMk id="6" creationId="{AD5DC610-688A-7763-EC46-CB5ECBB7BA24}"/>
          </ac:picMkLst>
        </pc:picChg>
      </pc:sldChg>
      <pc:sldChg chg="new del">
        <pc:chgData name="Allen Xie" userId="8c58f1ea6befdc81" providerId="LiveId" clId="{116E78CF-807F-41CF-833F-98DA1D8EC7EB}" dt="2025-11-28T21:15:14.655" v="735" actId="47"/>
        <pc:sldMkLst>
          <pc:docMk/>
          <pc:sldMk cId="731546234" sldId="263"/>
        </pc:sldMkLst>
      </pc:sldChg>
      <pc:sldChg chg="addSp delSp modSp new mod setBg">
        <pc:chgData name="Allen Xie" userId="8c58f1ea6befdc81" providerId="LiveId" clId="{116E78CF-807F-41CF-833F-98DA1D8EC7EB}" dt="2025-11-28T23:39:14.835" v="4093" actId="14100"/>
        <pc:sldMkLst>
          <pc:docMk/>
          <pc:sldMk cId="513012168" sldId="264"/>
        </pc:sldMkLst>
        <pc:spChg chg="mod">
          <ac:chgData name="Allen Xie" userId="8c58f1ea6befdc81" providerId="LiveId" clId="{116E78CF-807F-41CF-833F-98DA1D8EC7EB}" dt="2025-11-28T21:25:09.498" v="1705" actId="26606"/>
          <ac:spMkLst>
            <pc:docMk/>
            <pc:sldMk cId="513012168" sldId="264"/>
            <ac:spMk id="2" creationId="{B75CDE48-5CA3-EBCC-2AC1-5E7FA0CF52B0}"/>
          </ac:spMkLst>
        </pc:spChg>
        <pc:spChg chg="mod">
          <ac:chgData name="Allen Xie" userId="8c58f1ea6befdc81" providerId="LiveId" clId="{116E78CF-807F-41CF-833F-98DA1D8EC7EB}" dt="2025-11-28T21:25:47.448" v="1708" actId="207"/>
          <ac:spMkLst>
            <pc:docMk/>
            <pc:sldMk cId="513012168" sldId="264"/>
            <ac:spMk id="3" creationId="{C32F8CD3-4539-9B5D-93FF-28F3E8E11384}"/>
          </ac:spMkLst>
        </pc:spChg>
        <pc:spChg chg="del mod">
          <ac:chgData name="Allen Xie" userId="8c58f1ea6befdc81" providerId="LiveId" clId="{116E78CF-807F-41CF-833F-98DA1D8EC7EB}" dt="2025-11-28T21:25:00.673" v="1702" actId="22"/>
          <ac:spMkLst>
            <pc:docMk/>
            <pc:sldMk cId="513012168" sldId="264"/>
            <ac:spMk id="4" creationId="{D53B95FA-3609-757B-ED17-23DEF9CBBEC1}"/>
          </ac:spMkLst>
        </pc:spChg>
        <pc:picChg chg="add mod ord">
          <ac:chgData name="Allen Xie" userId="8c58f1ea6befdc81" providerId="LiveId" clId="{116E78CF-807F-41CF-833F-98DA1D8EC7EB}" dt="2025-11-28T23:39:14.835" v="4093" actId="14100"/>
          <ac:picMkLst>
            <pc:docMk/>
            <pc:sldMk cId="513012168" sldId="264"/>
            <ac:picMk id="6" creationId="{9B19DAE8-FAC3-6532-5411-979BE3FDA4A1}"/>
          </ac:picMkLst>
        </pc:picChg>
      </pc:sldChg>
      <pc:sldChg chg="addSp delSp modSp new mod">
        <pc:chgData name="Allen Xie" userId="8c58f1ea6befdc81" providerId="LiveId" clId="{116E78CF-807F-41CF-833F-98DA1D8EC7EB}" dt="2025-11-28T22:12:31.319" v="2578" actId="1076"/>
        <pc:sldMkLst>
          <pc:docMk/>
          <pc:sldMk cId="2360970816" sldId="265"/>
        </pc:sldMkLst>
        <pc:spChg chg="mod">
          <ac:chgData name="Allen Xie" userId="8c58f1ea6befdc81" providerId="LiveId" clId="{116E78CF-807F-41CF-833F-98DA1D8EC7EB}" dt="2025-11-28T22:04:26.283" v="2130" actId="313"/>
          <ac:spMkLst>
            <pc:docMk/>
            <pc:sldMk cId="2360970816" sldId="265"/>
            <ac:spMk id="2" creationId="{3B644760-AB7F-5E71-24AC-15D8CAE4C9F6}"/>
          </ac:spMkLst>
        </pc:spChg>
        <pc:spChg chg="del">
          <ac:chgData name="Allen Xie" userId="8c58f1ea6befdc81" providerId="LiveId" clId="{116E78CF-807F-41CF-833F-98DA1D8EC7EB}" dt="2025-11-28T22:03:22.763" v="2125" actId="22"/>
          <ac:spMkLst>
            <pc:docMk/>
            <pc:sldMk cId="2360970816" sldId="265"/>
            <ac:spMk id="3" creationId="{3A6D4685-7302-CD18-49C3-BCC76AEB5748}"/>
          </ac:spMkLst>
        </pc:spChg>
        <pc:spChg chg="del">
          <ac:chgData name="Allen Xie" userId="8c58f1ea6befdc81" providerId="LiveId" clId="{116E78CF-807F-41CF-833F-98DA1D8EC7EB}" dt="2025-11-28T22:03:44.785" v="2126" actId="22"/>
          <ac:spMkLst>
            <pc:docMk/>
            <pc:sldMk cId="2360970816" sldId="265"/>
            <ac:spMk id="4" creationId="{F5649BD2-B008-664B-3EDD-AAFFE690A80B}"/>
          </ac:spMkLst>
        </pc:spChg>
        <pc:spChg chg="add del mod">
          <ac:chgData name="Allen Xie" userId="8c58f1ea6befdc81" providerId="LiveId" clId="{116E78CF-807F-41CF-833F-98DA1D8EC7EB}" dt="2025-11-28T22:05:38.191" v="2155"/>
          <ac:spMkLst>
            <pc:docMk/>
            <pc:sldMk cId="2360970816" sldId="265"/>
            <ac:spMk id="13" creationId="{C7545A07-C3C9-7ED4-B61D-190BCA323890}"/>
          </ac:spMkLst>
        </pc:spChg>
        <pc:spChg chg="add mod">
          <ac:chgData name="Allen Xie" userId="8c58f1ea6befdc81" providerId="LiveId" clId="{116E78CF-807F-41CF-833F-98DA1D8EC7EB}" dt="2025-11-28T22:12:31.319" v="2578" actId="1076"/>
          <ac:spMkLst>
            <pc:docMk/>
            <pc:sldMk cId="2360970816" sldId="265"/>
            <ac:spMk id="16" creationId="{96287EF6-1CBF-FE9B-A9DA-BDD7960B1DA3}"/>
          </ac:spMkLst>
        </pc:spChg>
        <pc:picChg chg="add mod ord">
          <ac:chgData name="Allen Xie" userId="8c58f1ea6befdc81" providerId="LiveId" clId="{116E78CF-807F-41CF-833F-98DA1D8EC7EB}" dt="2025-11-28T22:04:33.228" v="2131" actId="1076"/>
          <ac:picMkLst>
            <pc:docMk/>
            <pc:sldMk cId="2360970816" sldId="265"/>
            <ac:picMk id="6" creationId="{AE7550A1-D761-FEE2-AD9B-9923E19FF782}"/>
          </ac:picMkLst>
        </pc:picChg>
        <pc:picChg chg="add mod ord">
          <ac:chgData name="Allen Xie" userId="8c58f1ea6befdc81" providerId="LiveId" clId="{116E78CF-807F-41CF-833F-98DA1D8EC7EB}" dt="2025-11-28T22:04:54.682" v="2136" actId="1076"/>
          <ac:picMkLst>
            <pc:docMk/>
            <pc:sldMk cId="2360970816" sldId="265"/>
            <ac:picMk id="8" creationId="{D771D040-9038-2F2B-3250-59E4AADF1B86}"/>
          </ac:picMkLst>
        </pc:picChg>
        <pc:picChg chg="add mod">
          <ac:chgData name="Allen Xie" userId="8c58f1ea6befdc81" providerId="LiveId" clId="{116E78CF-807F-41CF-833F-98DA1D8EC7EB}" dt="2025-11-28T22:04:56.125" v="2137" actId="1076"/>
          <ac:picMkLst>
            <pc:docMk/>
            <pc:sldMk cId="2360970816" sldId="265"/>
            <ac:picMk id="10" creationId="{884359B9-C01C-8AB7-8221-CF4119F29DC9}"/>
          </ac:picMkLst>
        </pc:picChg>
        <pc:picChg chg="add mod">
          <ac:chgData name="Allen Xie" userId="8c58f1ea6befdc81" providerId="LiveId" clId="{116E78CF-807F-41CF-833F-98DA1D8EC7EB}" dt="2025-11-28T22:04:48.280" v="2134" actId="1076"/>
          <ac:picMkLst>
            <pc:docMk/>
            <pc:sldMk cId="2360970816" sldId="265"/>
            <ac:picMk id="12" creationId="{1CD4F920-7C37-0A27-6AE1-E700EABFCD89}"/>
          </ac:picMkLst>
        </pc:picChg>
        <pc:picChg chg="add del">
          <ac:chgData name="Allen Xie" userId="8c58f1ea6befdc81" providerId="LiveId" clId="{116E78CF-807F-41CF-833F-98DA1D8EC7EB}" dt="2025-11-28T22:05:42.945" v="2157" actId="22"/>
          <ac:picMkLst>
            <pc:docMk/>
            <pc:sldMk cId="2360970816" sldId="265"/>
            <ac:picMk id="15" creationId="{A3A74EAE-38C5-EDF2-100E-EA82DBFAA5D8}"/>
          </ac:picMkLst>
        </pc:picChg>
      </pc:sldChg>
      <pc:sldChg chg="new del">
        <pc:chgData name="Allen Xie" userId="8c58f1ea6befdc81" providerId="LiveId" clId="{116E78CF-807F-41CF-833F-98DA1D8EC7EB}" dt="2025-11-28T22:29:49.208" v="2583" actId="47"/>
        <pc:sldMkLst>
          <pc:docMk/>
          <pc:sldMk cId="3168935857" sldId="266"/>
        </pc:sldMkLst>
      </pc:sldChg>
      <pc:sldChg chg="new del">
        <pc:chgData name="Allen Xie" userId="8c58f1ea6befdc81" providerId="LiveId" clId="{116E78CF-807F-41CF-833F-98DA1D8EC7EB}" dt="2025-11-28T22:29:48.477" v="2582" actId="47"/>
        <pc:sldMkLst>
          <pc:docMk/>
          <pc:sldMk cId="20827275" sldId="267"/>
        </pc:sldMkLst>
      </pc:sldChg>
      <pc:sldChg chg="addSp delSp modSp new mod setBg">
        <pc:chgData name="Allen Xie" userId="8c58f1ea6befdc81" providerId="LiveId" clId="{116E78CF-807F-41CF-833F-98DA1D8EC7EB}" dt="2025-11-28T23:23:46.145" v="3423" actId="12"/>
        <pc:sldMkLst>
          <pc:docMk/>
          <pc:sldMk cId="520125737" sldId="268"/>
        </pc:sldMkLst>
        <pc:spChg chg="mod">
          <ac:chgData name="Allen Xie" userId="8c58f1ea6befdc81" providerId="LiveId" clId="{116E78CF-807F-41CF-833F-98DA1D8EC7EB}" dt="2025-11-28T22:43:57.300" v="3072" actId="26606"/>
          <ac:spMkLst>
            <pc:docMk/>
            <pc:sldMk cId="520125737" sldId="268"/>
            <ac:spMk id="2" creationId="{1096B88C-B8F3-FE55-2F68-AD311839BB95}"/>
          </ac:spMkLst>
        </pc:spChg>
        <pc:spChg chg="del">
          <ac:chgData name="Allen Xie" userId="8c58f1ea6befdc81" providerId="LiveId" clId="{116E78CF-807F-41CF-833F-98DA1D8EC7EB}" dt="2025-11-28T22:30:04.731" v="2584" actId="3680"/>
          <ac:spMkLst>
            <pc:docMk/>
            <pc:sldMk cId="520125737" sldId="268"/>
            <ac:spMk id="3" creationId="{C1305BE1-64B1-2876-E21E-BE2097401C13}"/>
          </ac:spMkLst>
        </pc:spChg>
        <pc:spChg chg="add mod">
          <ac:chgData name="Allen Xie" userId="8c58f1ea6befdc81" providerId="LiveId" clId="{116E78CF-807F-41CF-833F-98DA1D8EC7EB}" dt="2025-11-28T23:23:46.145" v="3423" actId="12"/>
          <ac:spMkLst>
            <pc:docMk/>
            <pc:sldMk cId="520125737" sldId="268"/>
            <ac:spMk id="5" creationId="{5417649B-5605-11D9-F3A7-996F9E1ABD76}"/>
          </ac:spMkLst>
        </pc:spChg>
        <pc:graphicFrameChg chg="add mod ord modGraphic">
          <ac:chgData name="Allen Xie" userId="8c58f1ea6befdc81" providerId="LiveId" clId="{116E78CF-807F-41CF-833F-98DA1D8EC7EB}" dt="2025-11-28T22:43:57.300" v="3072" actId="26606"/>
          <ac:graphicFrameMkLst>
            <pc:docMk/>
            <pc:sldMk cId="520125737" sldId="268"/>
            <ac:graphicFrameMk id="4" creationId="{9525BE80-D424-FCC5-9803-443C9718E1C0}"/>
          </ac:graphicFrameMkLst>
        </pc:graphicFrameChg>
      </pc:sldChg>
      <pc:sldChg chg="new del">
        <pc:chgData name="Allen Xie" userId="8c58f1ea6befdc81" providerId="LiveId" clId="{116E78CF-807F-41CF-833F-98DA1D8EC7EB}" dt="2025-11-28T23:10:03.028" v="3078" actId="47"/>
        <pc:sldMkLst>
          <pc:docMk/>
          <pc:sldMk cId="1064732799" sldId="269"/>
        </pc:sldMkLst>
      </pc:sldChg>
      <pc:sldChg chg="addSp delSp modSp new mod setBg setClrOvrMap">
        <pc:chgData name="Allen Xie" userId="8c58f1ea6befdc81" providerId="LiveId" clId="{116E78CF-807F-41CF-833F-98DA1D8EC7EB}" dt="2025-11-28T23:24:59.770" v="3433" actId="12"/>
        <pc:sldMkLst>
          <pc:docMk/>
          <pc:sldMk cId="781200127" sldId="270"/>
        </pc:sldMkLst>
        <pc:spChg chg="mod">
          <ac:chgData name="Allen Xie" userId="8c58f1ea6befdc81" providerId="LiveId" clId="{116E78CF-807F-41CF-833F-98DA1D8EC7EB}" dt="2025-11-28T23:22:35.426" v="3419" actId="26606"/>
          <ac:spMkLst>
            <pc:docMk/>
            <pc:sldMk cId="781200127" sldId="270"/>
            <ac:spMk id="2" creationId="{9CB76FE3-0887-C8E9-081F-E82C5029997D}"/>
          </ac:spMkLst>
        </pc:spChg>
        <pc:spChg chg="mod">
          <ac:chgData name="Allen Xie" userId="8c58f1ea6befdc81" providerId="LiveId" clId="{116E78CF-807F-41CF-833F-98DA1D8EC7EB}" dt="2025-11-28T23:24:59.770" v="3433" actId="12"/>
          <ac:spMkLst>
            <pc:docMk/>
            <pc:sldMk cId="781200127" sldId="270"/>
            <ac:spMk id="3" creationId="{9BCC0056-8FB5-05CB-B03D-E41168EB2368}"/>
          </ac:spMkLst>
        </pc:spChg>
        <pc:spChg chg="del">
          <ac:chgData name="Allen Xie" userId="8c58f1ea6befdc81" providerId="LiveId" clId="{116E78CF-807F-41CF-833F-98DA1D8EC7EB}" dt="2025-11-28T23:10:04.826" v="3079" actId="22"/>
          <ac:spMkLst>
            <pc:docMk/>
            <pc:sldMk cId="781200127" sldId="270"/>
            <ac:spMk id="4" creationId="{07544F21-AA2F-D90E-2EEF-EA6FD184BE45}"/>
          </ac:spMkLst>
        </pc:spChg>
        <pc:spChg chg="add del mod">
          <ac:chgData name="Allen Xie" userId="8c58f1ea6befdc81" providerId="LiveId" clId="{116E78CF-807F-41CF-833F-98DA1D8EC7EB}" dt="2025-11-28T23:10:43.877" v="3126" actId="22"/>
          <ac:spMkLst>
            <pc:docMk/>
            <pc:sldMk cId="781200127" sldId="270"/>
            <ac:spMk id="10" creationId="{56F14523-5A0A-E650-62A5-9F978BA99F7D}"/>
          </ac:spMkLst>
        </pc:spChg>
        <pc:spChg chg="add del mod">
          <ac:chgData name="Allen Xie" userId="8c58f1ea6befdc81" providerId="LiveId" clId="{116E78CF-807F-41CF-833F-98DA1D8EC7EB}" dt="2025-11-28T23:13:17.548" v="3215" actId="22"/>
          <ac:spMkLst>
            <pc:docMk/>
            <pc:sldMk cId="781200127" sldId="270"/>
            <ac:spMk id="14" creationId="{7A05CB79-F706-5F4A-1DE8-FB262699D84B}"/>
          </ac:spMkLst>
        </pc:spChg>
        <pc:spChg chg="add del mod">
          <ac:chgData name="Allen Xie" userId="8c58f1ea6befdc81" providerId="LiveId" clId="{116E78CF-807F-41CF-833F-98DA1D8EC7EB}" dt="2025-11-28T23:21:54.649" v="3408" actId="22"/>
          <ac:spMkLst>
            <pc:docMk/>
            <pc:sldMk cId="781200127" sldId="270"/>
            <ac:spMk id="20" creationId="{22F9E051-E8D8-07CF-2B5A-D62A47746C5D}"/>
          </ac:spMkLst>
        </pc:spChg>
        <pc:spChg chg="add del">
          <ac:chgData name="Allen Xie" userId="8c58f1ea6befdc81" providerId="LiveId" clId="{116E78CF-807F-41CF-833F-98DA1D8EC7EB}" dt="2025-11-28T23:22:25.404" v="3416" actId="26606"/>
          <ac:spMkLst>
            <pc:docMk/>
            <pc:sldMk cId="781200127" sldId="270"/>
            <ac:spMk id="30" creationId="{F5F28DF4-08D5-4BC4-84A1-C0DCA66F483F}"/>
          </ac:spMkLst>
        </pc:spChg>
        <pc:spChg chg="add del">
          <ac:chgData name="Allen Xie" userId="8c58f1ea6befdc81" providerId="LiveId" clId="{116E78CF-807F-41CF-833F-98DA1D8EC7EB}" dt="2025-11-28T23:22:25.404" v="3416" actId="26606"/>
          <ac:spMkLst>
            <pc:docMk/>
            <pc:sldMk cId="781200127" sldId="270"/>
            <ac:spMk id="32" creationId="{89AE0452-FADF-4CC9-8A9B-B5393D499F44}"/>
          </ac:spMkLst>
        </pc:spChg>
        <pc:spChg chg="add del">
          <ac:chgData name="Allen Xie" userId="8c58f1ea6befdc81" providerId="LiveId" clId="{116E78CF-807F-41CF-833F-98DA1D8EC7EB}" dt="2025-11-28T23:22:35.406" v="3418" actId="26606"/>
          <ac:spMkLst>
            <pc:docMk/>
            <pc:sldMk cId="781200127" sldId="270"/>
            <ac:spMk id="34" creationId="{D8775025-7ECB-4458-BBCE-0F67B8B23515}"/>
          </ac:spMkLst>
        </pc:spChg>
        <pc:spChg chg="add del">
          <ac:chgData name="Allen Xie" userId="8c58f1ea6befdc81" providerId="LiveId" clId="{116E78CF-807F-41CF-833F-98DA1D8EC7EB}" dt="2025-11-28T23:22:35.406" v="3418" actId="26606"/>
          <ac:spMkLst>
            <pc:docMk/>
            <pc:sldMk cId="781200127" sldId="270"/>
            <ac:spMk id="35" creationId="{DC1507B9-61AE-4D79-BA04-EF381B54EB79}"/>
          </ac:spMkLst>
        </pc:spChg>
        <pc:spChg chg="add">
          <ac:chgData name="Allen Xie" userId="8c58f1ea6befdc81" providerId="LiveId" clId="{116E78CF-807F-41CF-833F-98DA1D8EC7EB}" dt="2025-11-28T23:22:35.426" v="3419" actId="26606"/>
          <ac:spMkLst>
            <pc:docMk/>
            <pc:sldMk cId="781200127" sldId="270"/>
            <ac:spMk id="37" creationId="{F5F28DF4-08D5-4BC4-84A1-C0DCA66F483F}"/>
          </ac:spMkLst>
        </pc:spChg>
        <pc:spChg chg="add">
          <ac:chgData name="Allen Xie" userId="8c58f1ea6befdc81" providerId="LiveId" clId="{116E78CF-807F-41CF-833F-98DA1D8EC7EB}" dt="2025-11-28T23:22:35.426" v="3419" actId="26606"/>
          <ac:spMkLst>
            <pc:docMk/>
            <pc:sldMk cId="781200127" sldId="270"/>
            <ac:spMk id="38" creationId="{89AE0452-FADF-4CC9-8A9B-B5393D499F44}"/>
          </ac:spMkLst>
        </pc:spChg>
        <pc:picChg chg="add del mod ord">
          <ac:chgData name="Allen Xie" userId="8c58f1ea6befdc81" providerId="LiveId" clId="{116E78CF-807F-41CF-833F-98DA1D8EC7EB}" dt="2025-11-28T23:10:42.253" v="3125" actId="478"/>
          <ac:picMkLst>
            <pc:docMk/>
            <pc:sldMk cId="781200127" sldId="270"/>
            <ac:picMk id="6" creationId="{D423A45D-B7D4-CE26-1FC8-4BADD5EFB05A}"/>
          </ac:picMkLst>
        </pc:picChg>
        <pc:picChg chg="add del">
          <ac:chgData name="Allen Xie" userId="8c58f1ea6befdc81" providerId="LiveId" clId="{116E78CF-807F-41CF-833F-98DA1D8EC7EB}" dt="2025-11-28T23:10:40.813" v="3124" actId="478"/>
          <ac:picMkLst>
            <pc:docMk/>
            <pc:sldMk cId="781200127" sldId="270"/>
            <ac:picMk id="8" creationId="{902FA6B8-2702-31F6-3D8C-5A17E6953C5D}"/>
          </ac:picMkLst>
        </pc:picChg>
        <pc:picChg chg="add del mod ord">
          <ac:chgData name="Allen Xie" userId="8c58f1ea6befdc81" providerId="LiveId" clId="{116E78CF-807F-41CF-833F-98DA1D8EC7EB}" dt="2025-11-28T23:13:14.712" v="3212" actId="478"/>
          <ac:picMkLst>
            <pc:docMk/>
            <pc:sldMk cId="781200127" sldId="270"/>
            <ac:picMk id="12" creationId="{52542DAE-1840-3277-7400-50E45362D056}"/>
          </ac:picMkLst>
        </pc:picChg>
        <pc:picChg chg="add del">
          <ac:chgData name="Allen Xie" userId="8c58f1ea6befdc81" providerId="LiveId" clId="{116E78CF-807F-41CF-833F-98DA1D8EC7EB}" dt="2025-11-28T23:13:16.186" v="3214" actId="22"/>
          <ac:picMkLst>
            <pc:docMk/>
            <pc:sldMk cId="781200127" sldId="270"/>
            <ac:picMk id="16" creationId="{88BF0F80-9B0B-29C0-6EB3-4ABB1A268996}"/>
          </ac:picMkLst>
        </pc:picChg>
        <pc:picChg chg="add del mod ord">
          <ac:chgData name="Allen Xie" userId="8c58f1ea6befdc81" providerId="LiveId" clId="{116E78CF-807F-41CF-833F-98DA1D8EC7EB}" dt="2025-11-28T23:21:49.839" v="3403" actId="478"/>
          <ac:picMkLst>
            <pc:docMk/>
            <pc:sldMk cId="781200127" sldId="270"/>
            <ac:picMk id="18" creationId="{9CC0CCC6-7220-4A44-B8FA-AC0B3EC4CBDF}"/>
          </ac:picMkLst>
        </pc:picChg>
        <pc:picChg chg="add del">
          <ac:chgData name="Allen Xie" userId="8c58f1ea6befdc81" providerId="LiveId" clId="{116E78CF-807F-41CF-833F-98DA1D8EC7EB}" dt="2025-11-28T23:21:51.479" v="3405" actId="478"/>
          <ac:picMkLst>
            <pc:docMk/>
            <pc:sldMk cId="781200127" sldId="270"/>
            <ac:picMk id="22" creationId="{F8658CF0-80E2-0780-B63F-F726ACEB85EF}"/>
          </ac:picMkLst>
        </pc:picChg>
        <pc:picChg chg="add del mod ord">
          <ac:chgData name="Allen Xie" userId="8c58f1ea6befdc81" providerId="LiveId" clId="{116E78CF-807F-41CF-833F-98DA1D8EC7EB}" dt="2025-11-28T23:21:53.146" v="3407" actId="34307"/>
          <ac:picMkLst>
            <pc:docMk/>
            <pc:sldMk cId="781200127" sldId="270"/>
            <ac:picMk id="23" creationId="{BC698260-B2F6-A755-E8F9-A816203A126F}"/>
          </ac:picMkLst>
        </pc:picChg>
        <pc:picChg chg="add mod ord">
          <ac:chgData name="Allen Xie" userId="8c58f1ea6befdc81" providerId="LiveId" clId="{116E78CF-807F-41CF-833F-98DA1D8EC7EB}" dt="2025-11-28T23:22:35.426" v="3419" actId="26606"/>
          <ac:picMkLst>
            <pc:docMk/>
            <pc:sldMk cId="781200127" sldId="270"/>
            <ac:picMk id="25" creationId="{4AF48BBE-0F23-A887-D238-EE1C72DFFD0A}"/>
          </ac:picMkLst>
        </pc:picChg>
      </pc:sldChg>
      <pc:sldChg chg="addSp delSp modSp new mod setBg modClrScheme chgLayout">
        <pc:chgData name="Allen Xie" userId="8c58f1ea6befdc81" providerId="LiveId" clId="{116E78CF-807F-41CF-833F-98DA1D8EC7EB}" dt="2025-11-28T23:35:16.973" v="3738" actId="12100"/>
        <pc:sldMkLst>
          <pc:docMk/>
          <pc:sldMk cId="2757334615" sldId="271"/>
        </pc:sldMkLst>
        <pc:spChg chg="mod ord">
          <ac:chgData name="Allen Xie" userId="8c58f1ea6befdc81" providerId="LiveId" clId="{116E78CF-807F-41CF-833F-98DA1D8EC7EB}" dt="2025-11-28T23:32:05.522" v="3722" actId="26606"/>
          <ac:spMkLst>
            <pc:docMk/>
            <pc:sldMk cId="2757334615" sldId="271"/>
            <ac:spMk id="2" creationId="{350663B8-C050-D215-2455-414AE04BA0AD}"/>
          </ac:spMkLst>
        </pc:spChg>
        <pc:spChg chg="del mod ord">
          <ac:chgData name="Allen Xie" userId="8c58f1ea6befdc81" providerId="LiveId" clId="{116E78CF-807F-41CF-833F-98DA1D8EC7EB}" dt="2025-11-28T23:28:38.115" v="3469" actId="700"/>
          <ac:spMkLst>
            <pc:docMk/>
            <pc:sldMk cId="2757334615" sldId="271"/>
            <ac:spMk id="3" creationId="{1BC930B8-2145-36ED-89ED-74B061AD7EE4}"/>
          </ac:spMkLst>
        </pc:spChg>
        <pc:spChg chg="del">
          <ac:chgData name="Allen Xie" userId="8c58f1ea6befdc81" providerId="LiveId" clId="{116E78CF-807F-41CF-833F-98DA1D8EC7EB}" dt="2025-11-28T23:28:38.115" v="3469" actId="700"/>
          <ac:spMkLst>
            <pc:docMk/>
            <pc:sldMk cId="2757334615" sldId="271"/>
            <ac:spMk id="4" creationId="{9BD26B2F-B055-AC5A-74E2-3E4E873FC35E}"/>
          </ac:spMkLst>
        </pc:spChg>
        <pc:spChg chg="add del mod ord">
          <ac:chgData name="Allen Xie" userId="8c58f1ea6befdc81" providerId="LiveId" clId="{116E78CF-807F-41CF-833F-98DA1D8EC7EB}" dt="2025-11-28T23:28:49.950" v="3470" actId="700"/>
          <ac:spMkLst>
            <pc:docMk/>
            <pc:sldMk cId="2757334615" sldId="271"/>
            <ac:spMk id="5" creationId="{B44E7CAE-E62D-C713-3A59-07858B8FD5E9}"/>
          </ac:spMkLst>
        </pc:spChg>
        <pc:spChg chg="add del mod ord">
          <ac:chgData name="Allen Xie" userId="8c58f1ea6befdc81" providerId="LiveId" clId="{116E78CF-807F-41CF-833F-98DA1D8EC7EB}" dt="2025-11-28T23:32:05.522" v="3722" actId="26606"/>
          <ac:spMkLst>
            <pc:docMk/>
            <pc:sldMk cId="2757334615" sldId="271"/>
            <ac:spMk id="6" creationId="{61D0BAEB-A162-24A9-D87D-AF35AFF3C521}"/>
          </ac:spMkLst>
        </pc:spChg>
        <pc:spChg chg="add del mod ord">
          <ac:chgData name="Allen Xie" userId="8c58f1ea6befdc81" providerId="LiveId" clId="{116E78CF-807F-41CF-833F-98DA1D8EC7EB}" dt="2025-11-28T23:31:48.990" v="3721" actId="478"/>
          <ac:spMkLst>
            <pc:docMk/>
            <pc:sldMk cId="2757334615" sldId="271"/>
            <ac:spMk id="7" creationId="{44D67D1E-A75B-D18E-92CF-9463E16AD95E}"/>
          </ac:spMkLst>
        </pc:spChg>
        <pc:spChg chg="add">
          <ac:chgData name="Allen Xie" userId="8c58f1ea6befdc81" providerId="LiveId" clId="{116E78CF-807F-41CF-833F-98DA1D8EC7EB}" dt="2025-11-28T23:32:05.522" v="3722" actId="26606"/>
          <ac:spMkLst>
            <pc:docMk/>
            <pc:sldMk cId="2757334615" sldId="271"/>
            <ac:spMk id="12" creationId="{7E475056-B0EB-44BE-8568-61ABEFB2E99D}"/>
          </ac:spMkLst>
        </pc:spChg>
        <pc:spChg chg="add">
          <ac:chgData name="Allen Xie" userId="8c58f1ea6befdc81" providerId="LiveId" clId="{116E78CF-807F-41CF-833F-98DA1D8EC7EB}" dt="2025-11-28T23:32:05.522" v="3722" actId="26606"/>
          <ac:spMkLst>
            <pc:docMk/>
            <pc:sldMk cId="2757334615" sldId="271"/>
            <ac:spMk id="16" creationId="{E82ABBDC-7A44-4AE8-A04F-B5495481B9F2}"/>
          </ac:spMkLst>
        </pc:spChg>
        <pc:graphicFrameChg chg="add mod modGraphic">
          <ac:chgData name="Allen Xie" userId="8c58f1ea6befdc81" providerId="LiveId" clId="{116E78CF-807F-41CF-833F-98DA1D8EC7EB}" dt="2025-11-28T23:35:16.973" v="3738" actId="12100"/>
          <ac:graphicFrameMkLst>
            <pc:docMk/>
            <pc:sldMk cId="2757334615" sldId="271"/>
            <ac:graphicFrameMk id="8" creationId="{8CB20845-A54F-80B6-B7C2-E5C4180364D7}"/>
          </ac:graphicFrameMkLst>
        </pc:graphicFrameChg>
        <pc:cxnChg chg="add">
          <ac:chgData name="Allen Xie" userId="8c58f1ea6befdc81" providerId="LiveId" clId="{116E78CF-807F-41CF-833F-98DA1D8EC7EB}" dt="2025-11-28T23:32:05.522" v="3722" actId="26606"/>
          <ac:cxnSpMkLst>
            <pc:docMk/>
            <pc:sldMk cId="2757334615" sldId="271"/>
            <ac:cxnSpMk id="14" creationId="{F2C8E2EC-73A4-48C2-B4D7-D7726BD908EE}"/>
          </ac:cxnSpMkLst>
        </pc:cxnChg>
      </pc:sldChg>
      <pc:sldChg chg="addSp delSp modSp new mod setBg">
        <pc:chgData name="Allen Xie" userId="8c58f1ea6befdc81" providerId="LiveId" clId="{116E78CF-807F-41CF-833F-98DA1D8EC7EB}" dt="2025-11-28T23:38:20.208" v="4092" actId="20577"/>
        <pc:sldMkLst>
          <pc:docMk/>
          <pc:sldMk cId="658286827" sldId="272"/>
        </pc:sldMkLst>
        <pc:spChg chg="mod">
          <ac:chgData name="Allen Xie" userId="8c58f1ea6befdc81" providerId="LiveId" clId="{116E78CF-807F-41CF-833F-98DA1D8EC7EB}" dt="2025-11-28T23:36:00.355" v="3801" actId="26606"/>
          <ac:spMkLst>
            <pc:docMk/>
            <pc:sldMk cId="658286827" sldId="272"/>
            <ac:spMk id="2" creationId="{D3180D53-AE5C-8F00-D333-9CDCF770C147}"/>
          </ac:spMkLst>
        </pc:spChg>
        <pc:spChg chg="mod">
          <ac:chgData name="Allen Xie" userId="8c58f1ea6befdc81" providerId="LiveId" clId="{116E78CF-807F-41CF-833F-98DA1D8EC7EB}" dt="2025-11-28T23:38:20.208" v="4092" actId="20577"/>
          <ac:spMkLst>
            <pc:docMk/>
            <pc:sldMk cId="658286827" sldId="272"/>
            <ac:spMk id="3" creationId="{6C447BC9-9959-C609-58AF-17993F14CA0F}"/>
          </ac:spMkLst>
        </pc:spChg>
        <pc:spChg chg="del">
          <ac:chgData name="Allen Xie" userId="8c58f1ea6befdc81" providerId="LiveId" clId="{116E78CF-807F-41CF-833F-98DA1D8EC7EB}" dt="2025-11-28T23:35:51.118" v="3800" actId="22"/>
          <ac:spMkLst>
            <pc:docMk/>
            <pc:sldMk cId="658286827" sldId="272"/>
            <ac:spMk id="4" creationId="{2178178C-B297-7824-4971-9F9E646D420B}"/>
          </ac:spMkLst>
        </pc:spChg>
        <pc:picChg chg="add mod ord">
          <ac:chgData name="Allen Xie" userId="8c58f1ea6befdc81" providerId="LiveId" clId="{116E78CF-807F-41CF-833F-98DA1D8EC7EB}" dt="2025-11-28T23:36:00.355" v="3801" actId="26606"/>
          <ac:picMkLst>
            <pc:docMk/>
            <pc:sldMk cId="658286827" sldId="272"/>
            <ac:picMk id="6" creationId="{49C8E6D9-5E26-8CD1-F114-B3DBD65FD0EB}"/>
          </ac:picMkLst>
        </pc:picChg>
      </pc:sldChg>
      <pc:sldChg chg="modSp new mod">
        <pc:chgData name="Allen Xie" userId="8c58f1ea6befdc81" providerId="LiveId" clId="{116E78CF-807F-41CF-833F-98DA1D8EC7EB}" dt="2025-11-28T23:43:52.339" v="4331" actId="20577"/>
        <pc:sldMkLst>
          <pc:docMk/>
          <pc:sldMk cId="478110362" sldId="273"/>
        </pc:sldMkLst>
        <pc:spChg chg="mod">
          <ac:chgData name="Allen Xie" userId="8c58f1ea6befdc81" providerId="LiveId" clId="{116E78CF-807F-41CF-833F-98DA1D8EC7EB}" dt="2025-11-28T23:40:34.309" v="4113" actId="20577"/>
          <ac:spMkLst>
            <pc:docMk/>
            <pc:sldMk cId="478110362" sldId="273"/>
            <ac:spMk id="2" creationId="{2AB2826A-1A66-EE48-BEC7-6F07DCF2E44D}"/>
          </ac:spMkLst>
        </pc:spChg>
        <pc:spChg chg="mod">
          <ac:chgData name="Allen Xie" userId="8c58f1ea6befdc81" providerId="LiveId" clId="{116E78CF-807F-41CF-833F-98DA1D8EC7EB}" dt="2025-11-28T23:43:52.339" v="4331" actId="20577"/>
          <ac:spMkLst>
            <pc:docMk/>
            <pc:sldMk cId="478110362" sldId="273"/>
            <ac:spMk id="3" creationId="{2FF85D5B-37EB-0483-064F-98F9D152550D}"/>
          </ac:spMkLst>
        </pc:spChg>
      </pc:sldChg>
      <pc:sldMasterChg chg="add del addSldLayout delSldLayout">
        <pc:chgData name="Allen Xie" userId="8c58f1ea6befdc81" providerId="LiveId" clId="{116E78CF-807F-41CF-833F-98DA1D8EC7EB}" dt="2025-11-28T20:49:28.673" v="160" actId="26606"/>
        <pc:sldMasterMkLst>
          <pc:docMk/>
          <pc:sldMasterMk cId="955035932" sldId="2147483660"/>
        </pc:sldMasterMkLst>
        <pc:sldLayoutChg chg="add del">
          <pc:chgData name="Allen Xie" userId="8c58f1ea6befdc81" providerId="LiveId" clId="{116E78CF-807F-41CF-833F-98DA1D8EC7EB}" dt="2025-11-28T20:49:28.673" v="160" actId="26606"/>
          <pc:sldLayoutMkLst>
            <pc:docMk/>
            <pc:sldMasterMk cId="955035932" sldId="2147483660"/>
            <pc:sldLayoutMk cId="4169892089" sldId="2147483661"/>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666613301" sldId="2147483662"/>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2582826225" sldId="2147483663"/>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2664886454" sldId="2147483664"/>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3963361732" sldId="2147483665"/>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462838698" sldId="2147483666"/>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2127866767" sldId="2147483667"/>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2980768838" sldId="2147483668"/>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367847075" sldId="2147483669"/>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3686714681" sldId="2147483670"/>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3443574427" sldId="2147483671"/>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3817358803" sldId="2147483672"/>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1211781578" sldId="2147483673"/>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2363183995" sldId="2147483674"/>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2222800426" sldId="2147483675"/>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1322927307" sldId="2147483676"/>
          </pc:sldLayoutMkLst>
        </pc:sldLayoutChg>
        <pc:sldLayoutChg chg="add del">
          <pc:chgData name="Allen Xie" userId="8c58f1ea6befdc81" providerId="LiveId" clId="{116E78CF-807F-41CF-833F-98DA1D8EC7EB}" dt="2025-11-28T20:49:28.673" v="160" actId="26606"/>
          <pc:sldLayoutMkLst>
            <pc:docMk/>
            <pc:sldMasterMk cId="955035932" sldId="2147483660"/>
            <pc:sldLayoutMk cId="1379048442" sldId="2147483677"/>
          </pc:sldLayoutMkLst>
        </pc:sldLayoutChg>
      </pc:sldMasterChg>
      <pc:sldMasterChg chg="add del replId addSldLayout delSldLayout">
        <pc:chgData name="Allen Xie" userId="8c58f1ea6befdc81" providerId="LiveId" clId="{116E78CF-807F-41CF-833F-98DA1D8EC7EB}" dt="2025-11-28T20:49:11.484" v="149" actId="26606"/>
        <pc:sldMasterMkLst>
          <pc:docMk/>
          <pc:sldMasterMk cId="4267649104" sldId="2147483678"/>
        </pc:sldMasterMkLst>
        <pc:sldLayoutChg chg="add del replId">
          <pc:chgData name="Allen Xie" userId="8c58f1ea6befdc81" providerId="LiveId" clId="{116E78CF-807F-41CF-833F-98DA1D8EC7EB}" dt="2025-11-28T20:49:11.484" v="149" actId="26606"/>
          <pc:sldLayoutMkLst>
            <pc:docMk/>
            <pc:sldMasterMk cId="4267649104" sldId="2147483678"/>
            <pc:sldLayoutMk cId="1120784504" sldId="2147483679"/>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3423353842" sldId="2147483680"/>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3085889244" sldId="2147483681"/>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2063260433" sldId="2147483682"/>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346142303" sldId="2147483683"/>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1653336304" sldId="2147483684"/>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4207167952" sldId="2147483685"/>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438754509" sldId="2147483686"/>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2744220416" sldId="2147483687"/>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2122606335" sldId="2147483688"/>
          </pc:sldLayoutMkLst>
        </pc:sldLayoutChg>
        <pc:sldLayoutChg chg="add del replId">
          <pc:chgData name="Allen Xie" userId="8c58f1ea6befdc81" providerId="LiveId" clId="{116E78CF-807F-41CF-833F-98DA1D8EC7EB}" dt="2025-11-28T20:49:11.484" v="149" actId="26606"/>
          <pc:sldLayoutMkLst>
            <pc:docMk/>
            <pc:sldMasterMk cId="4267649104" sldId="2147483678"/>
            <pc:sldLayoutMk cId="378625212" sldId="2147483689"/>
          </pc:sldLayoutMkLst>
        </pc:sldLayoutChg>
      </pc:sldMasterChg>
      <pc:sldMasterChg chg="add del addSldLayout delSldLayout">
        <pc:chgData name="Allen Xie" userId="8c58f1ea6befdc81" providerId="LiveId" clId="{116E78CF-807F-41CF-833F-98DA1D8EC7EB}" dt="2025-11-28T20:49:15.495" v="153" actId="26606"/>
        <pc:sldMasterMkLst>
          <pc:docMk/>
          <pc:sldMasterMk cId="1503232345" sldId="2147483685"/>
        </pc:sldMasterMkLst>
        <pc:sldLayoutChg chg="add del">
          <pc:chgData name="Allen Xie" userId="8c58f1ea6befdc81" providerId="LiveId" clId="{116E78CF-807F-41CF-833F-98DA1D8EC7EB}" dt="2025-11-28T20:49:15.495" v="153" actId="26606"/>
          <pc:sldLayoutMkLst>
            <pc:docMk/>
            <pc:sldMasterMk cId="1503232345" sldId="2147483685"/>
            <pc:sldLayoutMk cId="3438918190" sldId="2147483678"/>
          </pc:sldLayoutMkLst>
        </pc:sldLayoutChg>
        <pc:sldLayoutChg chg="add del">
          <pc:chgData name="Allen Xie" userId="8c58f1ea6befdc81" providerId="LiveId" clId="{116E78CF-807F-41CF-833F-98DA1D8EC7EB}" dt="2025-11-28T20:49:15.495" v="153" actId="26606"/>
          <pc:sldLayoutMkLst>
            <pc:docMk/>
            <pc:sldMasterMk cId="1503232345" sldId="2147483685"/>
            <pc:sldLayoutMk cId="1095469939" sldId="2147483679"/>
          </pc:sldLayoutMkLst>
        </pc:sldLayoutChg>
        <pc:sldLayoutChg chg="add del">
          <pc:chgData name="Allen Xie" userId="8c58f1ea6befdc81" providerId="LiveId" clId="{116E78CF-807F-41CF-833F-98DA1D8EC7EB}" dt="2025-11-28T20:49:15.495" v="153" actId="26606"/>
          <pc:sldLayoutMkLst>
            <pc:docMk/>
            <pc:sldMasterMk cId="1503232345" sldId="2147483685"/>
            <pc:sldLayoutMk cId="3921529099" sldId="2147483680"/>
          </pc:sldLayoutMkLst>
        </pc:sldLayoutChg>
        <pc:sldLayoutChg chg="add del">
          <pc:chgData name="Allen Xie" userId="8c58f1ea6befdc81" providerId="LiveId" clId="{116E78CF-807F-41CF-833F-98DA1D8EC7EB}" dt="2025-11-28T20:49:15.495" v="153" actId="26606"/>
          <pc:sldLayoutMkLst>
            <pc:docMk/>
            <pc:sldMasterMk cId="1503232345" sldId="2147483685"/>
            <pc:sldLayoutMk cId="1347962203" sldId="2147483681"/>
          </pc:sldLayoutMkLst>
        </pc:sldLayoutChg>
        <pc:sldLayoutChg chg="add del">
          <pc:chgData name="Allen Xie" userId="8c58f1ea6befdc81" providerId="LiveId" clId="{116E78CF-807F-41CF-833F-98DA1D8EC7EB}" dt="2025-11-28T20:49:15.495" v="153" actId="26606"/>
          <pc:sldLayoutMkLst>
            <pc:docMk/>
            <pc:sldMasterMk cId="1503232345" sldId="2147483685"/>
            <pc:sldLayoutMk cId="933539419" sldId="2147483682"/>
          </pc:sldLayoutMkLst>
        </pc:sldLayoutChg>
        <pc:sldLayoutChg chg="add del">
          <pc:chgData name="Allen Xie" userId="8c58f1ea6befdc81" providerId="LiveId" clId="{116E78CF-807F-41CF-833F-98DA1D8EC7EB}" dt="2025-11-28T20:49:15.495" v="153" actId="26606"/>
          <pc:sldLayoutMkLst>
            <pc:docMk/>
            <pc:sldMasterMk cId="1503232345" sldId="2147483685"/>
            <pc:sldLayoutMk cId="123573849" sldId="2147483683"/>
          </pc:sldLayoutMkLst>
        </pc:sldLayoutChg>
        <pc:sldLayoutChg chg="add del">
          <pc:chgData name="Allen Xie" userId="8c58f1ea6befdc81" providerId="LiveId" clId="{116E78CF-807F-41CF-833F-98DA1D8EC7EB}" dt="2025-11-28T20:49:15.495" v="153" actId="26606"/>
          <pc:sldLayoutMkLst>
            <pc:docMk/>
            <pc:sldMasterMk cId="1503232345" sldId="2147483685"/>
            <pc:sldLayoutMk cId="3101237740" sldId="2147483684"/>
          </pc:sldLayoutMkLst>
        </pc:sldLayoutChg>
        <pc:sldLayoutChg chg="add del replId">
          <pc:chgData name="Allen Xie" userId="8c58f1ea6befdc81" providerId="LiveId" clId="{116E78CF-807F-41CF-833F-98DA1D8EC7EB}" dt="2025-11-28T20:49:15.495" v="153" actId="26606"/>
          <pc:sldLayoutMkLst>
            <pc:docMk/>
            <pc:sldMasterMk cId="1503232345" sldId="2147483685"/>
            <pc:sldLayoutMk cId="143225634" sldId="2147483686"/>
          </pc:sldLayoutMkLst>
        </pc:sldLayoutChg>
        <pc:sldLayoutChg chg="add del replId">
          <pc:chgData name="Allen Xie" userId="8c58f1ea6befdc81" providerId="LiveId" clId="{116E78CF-807F-41CF-833F-98DA1D8EC7EB}" dt="2025-11-28T20:49:15.495" v="153" actId="26606"/>
          <pc:sldLayoutMkLst>
            <pc:docMk/>
            <pc:sldMasterMk cId="1503232345" sldId="2147483685"/>
            <pc:sldLayoutMk cId="3976600424" sldId="2147483687"/>
          </pc:sldLayoutMkLst>
        </pc:sldLayoutChg>
        <pc:sldLayoutChg chg="add del replId">
          <pc:chgData name="Allen Xie" userId="8c58f1ea6befdc81" providerId="LiveId" clId="{116E78CF-807F-41CF-833F-98DA1D8EC7EB}" dt="2025-11-28T20:49:15.495" v="153" actId="26606"/>
          <pc:sldLayoutMkLst>
            <pc:docMk/>
            <pc:sldMasterMk cId="1503232345" sldId="2147483685"/>
            <pc:sldLayoutMk cId="4107342861" sldId="2147483688"/>
          </pc:sldLayoutMkLst>
        </pc:sldLayoutChg>
        <pc:sldLayoutChg chg="add del replId">
          <pc:chgData name="Allen Xie" userId="8c58f1ea6befdc81" providerId="LiveId" clId="{116E78CF-807F-41CF-833F-98DA1D8EC7EB}" dt="2025-11-28T20:49:15.495" v="153" actId="26606"/>
          <pc:sldLayoutMkLst>
            <pc:docMk/>
            <pc:sldMasterMk cId="1503232345" sldId="2147483685"/>
            <pc:sldLayoutMk cId="803627750" sldId="2147483689"/>
          </pc:sldLayoutMkLst>
        </pc:sldLayoutChg>
      </pc:sldMasterChg>
      <pc:sldMasterChg chg="add del addSldLayout delSldLayout">
        <pc:chgData name="Allen Xie" userId="8c58f1ea6befdc81" providerId="LiveId" clId="{116E78CF-807F-41CF-833F-98DA1D8EC7EB}" dt="2025-11-28T20:49:28.673" v="160" actId="26606"/>
        <pc:sldMasterMkLst>
          <pc:docMk/>
          <pc:sldMasterMk cId="3119331137" sldId="2147483698"/>
        </pc:sldMasterMkLst>
        <pc:sldLayoutChg chg="add del">
          <pc:chgData name="Allen Xie" userId="8c58f1ea6befdc81" providerId="LiveId" clId="{116E78CF-807F-41CF-833F-98DA1D8EC7EB}" dt="2025-11-28T20:49:28.673" v="160" actId="26606"/>
          <pc:sldLayoutMkLst>
            <pc:docMk/>
            <pc:sldMasterMk cId="3119331137" sldId="2147483698"/>
            <pc:sldLayoutMk cId="3419078372" sldId="2147483687"/>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3739469925" sldId="2147483688"/>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2545056991" sldId="2147483689"/>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1736559554" sldId="2147483690"/>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2382397444" sldId="2147483691"/>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3703808774" sldId="2147483692"/>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3125774870" sldId="2147483693"/>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2292232302" sldId="2147483694"/>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828515353" sldId="2147483695"/>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429883025" sldId="2147483696"/>
          </pc:sldLayoutMkLst>
        </pc:sldLayoutChg>
        <pc:sldLayoutChg chg="add del">
          <pc:chgData name="Allen Xie" userId="8c58f1ea6befdc81" providerId="LiveId" clId="{116E78CF-807F-41CF-833F-98DA1D8EC7EB}" dt="2025-11-28T20:49:28.673" v="160" actId="26606"/>
          <pc:sldLayoutMkLst>
            <pc:docMk/>
            <pc:sldMasterMk cId="3119331137" sldId="2147483698"/>
            <pc:sldLayoutMk cId="774635536" sldId="2147483697"/>
          </pc:sldLayoutMkLst>
        </pc:sldLayoutChg>
      </pc:sldMasterChg>
      <pc:sldMasterChg chg="add del addSldLayout delSldLayout">
        <pc:chgData name="Allen Xie" userId="8c58f1ea6befdc81" providerId="LiveId" clId="{116E78CF-807F-41CF-833F-98DA1D8EC7EB}" dt="2025-11-28T20:49:28.621" v="159" actId="26606"/>
        <pc:sldMasterMkLst>
          <pc:docMk/>
          <pc:sldMasterMk cId="1660628078" sldId="2147483711"/>
        </pc:sldMasterMkLst>
        <pc:sldLayoutChg chg="add del">
          <pc:chgData name="Allen Xie" userId="8c58f1ea6befdc81" providerId="LiveId" clId="{116E78CF-807F-41CF-833F-98DA1D8EC7EB}" dt="2025-11-28T20:49:28.621" v="159" actId="26606"/>
          <pc:sldLayoutMkLst>
            <pc:docMk/>
            <pc:sldMasterMk cId="1660628078" sldId="2147483711"/>
            <pc:sldLayoutMk cId="2672020558" sldId="2147483700"/>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931047490" sldId="2147483701"/>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2214745133" sldId="2147483702"/>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1099898071" sldId="2147483703"/>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1102896280" sldId="2147483704"/>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507109045" sldId="2147483705"/>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432734093" sldId="2147483706"/>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2848492267" sldId="2147483707"/>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2983767448" sldId="2147483708"/>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3317336488" sldId="2147483709"/>
          </pc:sldLayoutMkLst>
        </pc:sldLayoutChg>
        <pc:sldLayoutChg chg="add del">
          <pc:chgData name="Allen Xie" userId="8c58f1ea6befdc81" providerId="LiveId" clId="{116E78CF-807F-41CF-833F-98DA1D8EC7EB}" dt="2025-11-28T20:49:28.621" v="159" actId="26606"/>
          <pc:sldLayoutMkLst>
            <pc:docMk/>
            <pc:sldMasterMk cId="1660628078" sldId="2147483711"/>
            <pc:sldLayoutMk cId="2481019887" sldId="214748371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5CBF57-015D-42DA-9CB0-D467B2718623}"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F6B094EF-FC39-4B35-927F-A5CD7850AB49}">
      <dgm:prSet/>
      <dgm:spPr/>
      <dgm:t>
        <a:bodyPr/>
        <a:lstStyle/>
        <a:p>
          <a:r>
            <a:rPr lang="en-US" dirty="0"/>
            <a:t>Alternative way to calculate the probability</a:t>
          </a:r>
        </a:p>
      </dgm:t>
    </dgm:pt>
    <dgm:pt modelId="{AC8A336D-62A2-4A02-A35B-B1C57BD2FC08}" type="parTrans" cxnId="{0F87C541-4D7D-4684-A563-81750B5A416D}">
      <dgm:prSet/>
      <dgm:spPr/>
      <dgm:t>
        <a:bodyPr/>
        <a:lstStyle/>
        <a:p>
          <a:endParaRPr lang="en-US"/>
        </a:p>
      </dgm:t>
    </dgm:pt>
    <dgm:pt modelId="{29907D92-8664-41E1-96DE-661479044C5F}" type="sibTrans" cxnId="{0F87C541-4D7D-4684-A563-81750B5A416D}">
      <dgm:prSet/>
      <dgm:spPr/>
      <dgm:t>
        <a:bodyPr/>
        <a:lstStyle/>
        <a:p>
          <a:endParaRPr lang="en-US"/>
        </a:p>
      </dgm:t>
    </dgm:pt>
    <dgm:pt modelId="{BD989B96-1350-4FAE-9292-11166DA73C77}">
      <dgm:prSet/>
      <dgm:spPr/>
      <dgm:t>
        <a:bodyPr/>
        <a:lstStyle/>
        <a:p>
          <a:r>
            <a:rPr lang="en-US"/>
            <a:t>Simulates many random scenarios to estimate probability</a:t>
          </a:r>
        </a:p>
      </dgm:t>
    </dgm:pt>
    <dgm:pt modelId="{125A003F-560B-47E6-8D5E-E42BEEB0D866}" type="parTrans" cxnId="{F8C92D95-94A1-4ED0-994A-F7E0D3B60917}">
      <dgm:prSet/>
      <dgm:spPr/>
      <dgm:t>
        <a:bodyPr/>
        <a:lstStyle/>
        <a:p>
          <a:endParaRPr lang="en-US"/>
        </a:p>
      </dgm:t>
    </dgm:pt>
    <dgm:pt modelId="{EE0DD707-D714-4A0A-96A4-4E73D0067095}" type="sibTrans" cxnId="{F8C92D95-94A1-4ED0-994A-F7E0D3B60917}">
      <dgm:prSet/>
      <dgm:spPr/>
      <dgm:t>
        <a:bodyPr/>
        <a:lstStyle/>
        <a:p>
          <a:endParaRPr lang="en-US"/>
        </a:p>
      </dgm:t>
    </dgm:pt>
    <dgm:pt modelId="{AB84E0B1-8082-48E7-83D1-C0BA79950170}">
      <dgm:prSet/>
      <dgm:spPr/>
      <dgm:t>
        <a:bodyPr/>
        <a:lstStyle/>
        <a:p>
          <a:r>
            <a:rPr lang="en-US" dirty="0"/>
            <a:t>Less math intensive than Markov chains</a:t>
          </a:r>
        </a:p>
      </dgm:t>
    </dgm:pt>
    <dgm:pt modelId="{D58BB0D5-DFBD-44CD-BDE1-69805AD31EFE}" type="parTrans" cxnId="{CF4BAC2E-03A5-4F56-B4E0-EDA1DED1ACA8}">
      <dgm:prSet/>
      <dgm:spPr/>
      <dgm:t>
        <a:bodyPr/>
        <a:lstStyle/>
        <a:p>
          <a:endParaRPr lang="en-US"/>
        </a:p>
      </dgm:t>
    </dgm:pt>
    <dgm:pt modelId="{909706BD-AFE8-4878-BFCE-F4BD2C6FE795}" type="sibTrans" cxnId="{CF4BAC2E-03A5-4F56-B4E0-EDA1DED1ACA8}">
      <dgm:prSet/>
      <dgm:spPr/>
      <dgm:t>
        <a:bodyPr/>
        <a:lstStyle/>
        <a:p>
          <a:endParaRPr lang="en-US"/>
        </a:p>
      </dgm:t>
    </dgm:pt>
    <dgm:pt modelId="{A8610CB0-5315-4418-B589-68E624FC946E}">
      <dgm:prSet/>
      <dgm:spPr/>
      <dgm:t>
        <a:bodyPr/>
        <a:lstStyle/>
        <a:p>
          <a:r>
            <a:rPr lang="en-US" dirty="0"/>
            <a:t>Less accurate than Markov chains</a:t>
          </a:r>
        </a:p>
      </dgm:t>
    </dgm:pt>
    <dgm:pt modelId="{5B228E61-AC4E-42C0-9C20-FD0C466CE476}" type="parTrans" cxnId="{4C3E7A8F-16E8-4E39-8796-DB6B075EA80A}">
      <dgm:prSet/>
      <dgm:spPr/>
      <dgm:t>
        <a:bodyPr/>
        <a:lstStyle/>
        <a:p>
          <a:endParaRPr lang="en-US"/>
        </a:p>
      </dgm:t>
    </dgm:pt>
    <dgm:pt modelId="{D4F26D10-B6FB-42EE-8C6D-A99A82EC991C}" type="sibTrans" cxnId="{4C3E7A8F-16E8-4E39-8796-DB6B075EA80A}">
      <dgm:prSet/>
      <dgm:spPr/>
      <dgm:t>
        <a:bodyPr/>
        <a:lstStyle/>
        <a:p>
          <a:endParaRPr lang="en-US"/>
        </a:p>
      </dgm:t>
    </dgm:pt>
    <dgm:pt modelId="{695024D0-007C-4E34-A8B1-939CED3F2B9F}" type="pres">
      <dgm:prSet presAssocID="{EF5CBF57-015D-42DA-9CB0-D467B2718623}" presName="linear" presStyleCnt="0">
        <dgm:presLayoutVars>
          <dgm:animLvl val="lvl"/>
          <dgm:resizeHandles val="exact"/>
        </dgm:presLayoutVars>
      </dgm:prSet>
      <dgm:spPr/>
    </dgm:pt>
    <dgm:pt modelId="{AF5E3309-BAF9-4252-A13D-E2F69C10A52E}" type="pres">
      <dgm:prSet presAssocID="{F6B094EF-FC39-4B35-927F-A5CD7850AB49}" presName="parentText" presStyleLbl="node1" presStyleIdx="0" presStyleCnt="4">
        <dgm:presLayoutVars>
          <dgm:chMax val="0"/>
          <dgm:bulletEnabled val="1"/>
        </dgm:presLayoutVars>
      </dgm:prSet>
      <dgm:spPr/>
    </dgm:pt>
    <dgm:pt modelId="{CD23A556-3F11-46AD-9489-DE07D9A54995}" type="pres">
      <dgm:prSet presAssocID="{29907D92-8664-41E1-96DE-661479044C5F}" presName="spacer" presStyleCnt="0"/>
      <dgm:spPr/>
    </dgm:pt>
    <dgm:pt modelId="{7A656D97-BA13-44E6-B7CC-B022835083BF}" type="pres">
      <dgm:prSet presAssocID="{BD989B96-1350-4FAE-9292-11166DA73C77}" presName="parentText" presStyleLbl="node1" presStyleIdx="1" presStyleCnt="4">
        <dgm:presLayoutVars>
          <dgm:chMax val="0"/>
          <dgm:bulletEnabled val="1"/>
        </dgm:presLayoutVars>
      </dgm:prSet>
      <dgm:spPr/>
    </dgm:pt>
    <dgm:pt modelId="{921644A5-F796-4D5B-8FA4-BA378B16B5BE}" type="pres">
      <dgm:prSet presAssocID="{EE0DD707-D714-4A0A-96A4-4E73D0067095}" presName="spacer" presStyleCnt="0"/>
      <dgm:spPr/>
    </dgm:pt>
    <dgm:pt modelId="{8D06D080-3378-4282-91F0-4E1BEE2F9F0C}" type="pres">
      <dgm:prSet presAssocID="{AB84E0B1-8082-48E7-83D1-C0BA79950170}" presName="parentText" presStyleLbl="node1" presStyleIdx="2" presStyleCnt="4">
        <dgm:presLayoutVars>
          <dgm:chMax val="0"/>
          <dgm:bulletEnabled val="1"/>
        </dgm:presLayoutVars>
      </dgm:prSet>
      <dgm:spPr/>
    </dgm:pt>
    <dgm:pt modelId="{7849E038-779A-4FC3-BD68-D9836BD0A585}" type="pres">
      <dgm:prSet presAssocID="{909706BD-AFE8-4878-BFCE-F4BD2C6FE795}" presName="spacer" presStyleCnt="0"/>
      <dgm:spPr/>
    </dgm:pt>
    <dgm:pt modelId="{FD7EA353-3485-4CB3-B1D1-B4DB04D5C896}" type="pres">
      <dgm:prSet presAssocID="{A8610CB0-5315-4418-B589-68E624FC946E}" presName="parentText" presStyleLbl="node1" presStyleIdx="3" presStyleCnt="4">
        <dgm:presLayoutVars>
          <dgm:chMax val="0"/>
          <dgm:bulletEnabled val="1"/>
        </dgm:presLayoutVars>
      </dgm:prSet>
      <dgm:spPr/>
    </dgm:pt>
  </dgm:ptLst>
  <dgm:cxnLst>
    <dgm:cxn modelId="{CF4BAC2E-03A5-4F56-B4E0-EDA1DED1ACA8}" srcId="{EF5CBF57-015D-42DA-9CB0-D467B2718623}" destId="{AB84E0B1-8082-48E7-83D1-C0BA79950170}" srcOrd="2" destOrd="0" parTransId="{D58BB0D5-DFBD-44CD-BDE1-69805AD31EFE}" sibTransId="{909706BD-AFE8-4878-BFCE-F4BD2C6FE795}"/>
    <dgm:cxn modelId="{0F87C541-4D7D-4684-A563-81750B5A416D}" srcId="{EF5CBF57-015D-42DA-9CB0-D467B2718623}" destId="{F6B094EF-FC39-4B35-927F-A5CD7850AB49}" srcOrd="0" destOrd="0" parTransId="{AC8A336D-62A2-4A02-A35B-B1C57BD2FC08}" sibTransId="{29907D92-8664-41E1-96DE-661479044C5F}"/>
    <dgm:cxn modelId="{21262D7B-7BED-4C14-A4A4-30BF5DDCA0A4}" type="presOf" srcId="{AB84E0B1-8082-48E7-83D1-C0BA79950170}" destId="{8D06D080-3378-4282-91F0-4E1BEE2F9F0C}" srcOrd="0" destOrd="0" presId="urn:microsoft.com/office/officeart/2005/8/layout/vList2"/>
    <dgm:cxn modelId="{B75AA18C-B6D1-4F84-83A0-7AE57DE48558}" type="presOf" srcId="{F6B094EF-FC39-4B35-927F-A5CD7850AB49}" destId="{AF5E3309-BAF9-4252-A13D-E2F69C10A52E}" srcOrd="0" destOrd="0" presId="urn:microsoft.com/office/officeart/2005/8/layout/vList2"/>
    <dgm:cxn modelId="{4C3E7A8F-16E8-4E39-8796-DB6B075EA80A}" srcId="{EF5CBF57-015D-42DA-9CB0-D467B2718623}" destId="{A8610CB0-5315-4418-B589-68E624FC946E}" srcOrd="3" destOrd="0" parTransId="{5B228E61-AC4E-42C0-9C20-FD0C466CE476}" sibTransId="{D4F26D10-B6FB-42EE-8C6D-A99A82EC991C}"/>
    <dgm:cxn modelId="{F8C92D95-94A1-4ED0-994A-F7E0D3B60917}" srcId="{EF5CBF57-015D-42DA-9CB0-D467B2718623}" destId="{BD989B96-1350-4FAE-9292-11166DA73C77}" srcOrd="1" destOrd="0" parTransId="{125A003F-560B-47E6-8D5E-E42BEEB0D866}" sibTransId="{EE0DD707-D714-4A0A-96A4-4E73D0067095}"/>
    <dgm:cxn modelId="{AAD52EBC-9DE5-4270-ADC5-553A595F665D}" type="presOf" srcId="{A8610CB0-5315-4418-B589-68E624FC946E}" destId="{FD7EA353-3485-4CB3-B1D1-B4DB04D5C896}" srcOrd="0" destOrd="0" presId="urn:microsoft.com/office/officeart/2005/8/layout/vList2"/>
    <dgm:cxn modelId="{E4D2D0D2-2FF1-43E5-824B-971FB5D86342}" type="presOf" srcId="{EF5CBF57-015D-42DA-9CB0-D467B2718623}" destId="{695024D0-007C-4E34-A8B1-939CED3F2B9F}" srcOrd="0" destOrd="0" presId="urn:microsoft.com/office/officeart/2005/8/layout/vList2"/>
    <dgm:cxn modelId="{11AE6CDE-6532-44CC-98C1-6C851EED9A80}" type="presOf" srcId="{BD989B96-1350-4FAE-9292-11166DA73C77}" destId="{7A656D97-BA13-44E6-B7CC-B022835083BF}" srcOrd="0" destOrd="0" presId="urn:microsoft.com/office/officeart/2005/8/layout/vList2"/>
    <dgm:cxn modelId="{E7542591-AF65-4DCA-A06F-5D78CEC077C1}" type="presParOf" srcId="{695024D0-007C-4E34-A8B1-939CED3F2B9F}" destId="{AF5E3309-BAF9-4252-A13D-E2F69C10A52E}" srcOrd="0" destOrd="0" presId="urn:microsoft.com/office/officeart/2005/8/layout/vList2"/>
    <dgm:cxn modelId="{1F8810E2-15D7-40F0-B9EB-388C70113049}" type="presParOf" srcId="{695024D0-007C-4E34-A8B1-939CED3F2B9F}" destId="{CD23A556-3F11-46AD-9489-DE07D9A54995}" srcOrd="1" destOrd="0" presId="urn:microsoft.com/office/officeart/2005/8/layout/vList2"/>
    <dgm:cxn modelId="{B0908304-4E40-4437-A9D4-0A96D00843C1}" type="presParOf" srcId="{695024D0-007C-4E34-A8B1-939CED3F2B9F}" destId="{7A656D97-BA13-44E6-B7CC-B022835083BF}" srcOrd="2" destOrd="0" presId="urn:microsoft.com/office/officeart/2005/8/layout/vList2"/>
    <dgm:cxn modelId="{C5A7939F-775C-41F3-8D43-FEAD26A11C84}" type="presParOf" srcId="{695024D0-007C-4E34-A8B1-939CED3F2B9F}" destId="{921644A5-F796-4D5B-8FA4-BA378B16B5BE}" srcOrd="3" destOrd="0" presId="urn:microsoft.com/office/officeart/2005/8/layout/vList2"/>
    <dgm:cxn modelId="{45404E22-1A6D-45B1-9151-C78266522BAC}" type="presParOf" srcId="{695024D0-007C-4E34-A8B1-939CED3F2B9F}" destId="{8D06D080-3378-4282-91F0-4E1BEE2F9F0C}" srcOrd="4" destOrd="0" presId="urn:microsoft.com/office/officeart/2005/8/layout/vList2"/>
    <dgm:cxn modelId="{B11496FA-81E2-4570-9CB8-837BB7A598C3}" type="presParOf" srcId="{695024D0-007C-4E34-A8B1-939CED3F2B9F}" destId="{7849E038-779A-4FC3-BD68-D9836BD0A585}" srcOrd="5" destOrd="0" presId="urn:microsoft.com/office/officeart/2005/8/layout/vList2"/>
    <dgm:cxn modelId="{6CAFDB77-B4EF-40ED-9488-59EDF23E135D}" type="presParOf" srcId="{695024D0-007C-4E34-A8B1-939CED3F2B9F}" destId="{FD7EA353-3485-4CB3-B1D1-B4DB04D5C896}"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5E3309-BAF9-4252-A13D-E2F69C10A52E}">
      <dsp:nvSpPr>
        <dsp:cNvPr id="0" name=""/>
        <dsp:cNvSpPr/>
      </dsp:nvSpPr>
      <dsp:spPr>
        <a:xfrm>
          <a:off x="0" y="38173"/>
          <a:ext cx="6046132" cy="1074060"/>
        </a:xfrm>
        <a:prstGeom prst="round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Alternative way to calculate the probability</a:t>
          </a:r>
        </a:p>
      </dsp:txBody>
      <dsp:txXfrm>
        <a:off x="52431" y="90604"/>
        <a:ext cx="5941270" cy="969198"/>
      </dsp:txXfrm>
    </dsp:sp>
    <dsp:sp modelId="{7A656D97-BA13-44E6-B7CC-B022835083BF}">
      <dsp:nvSpPr>
        <dsp:cNvPr id="0" name=""/>
        <dsp:cNvSpPr/>
      </dsp:nvSpPr>
      <dsp:spPr>
        <a:xfrm>
          <a:off x="0" y="1189993"/>
          <a:ext cx="6046132" cy="1074060"/>
        </a:xfrm>
        <a:prstGeom prst="roundRect">
          <a:avLst/>
        </a:prstGeom>
        <a:gradFill rotWithShape="0">
          <a:gsLst>
            <a:gs pos="0">
              <a:schemeClr val="accent5">
                <a:hueOff val="-225322"/>
                <a:satOff val="-6032"/>
                <a:lumOff val="-2092"/>
                <a:alphaOff val="0"/>
                <a:tint val="96000"/>
                <a:lumMod val="104000"/>
              </a:schemeClr>
            </a:gs>
            <a:gs pos="100000">
              <a:schemeClr val="accent5">
                <a:hueOff val="-225322"/>
                <a:satOff val="-6032"/>
                <a:lumOff val="-2092"/>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Simulates many random scenarios to estimate probability</a:t>
          </a:r>
        </a:p>
      </dsp:txBody>
      <dsp:txXfrm>
        <a:off x="52431" y="1242424"/>
        <a:ext cx="5941270" cy="969198"/>
      </dsp:txXfrm>
    </dsp:sp>
    <dsp:sp modelId="{8D06D080-3378-4282-91F0-4E1BEE2F9F0C}">
      <dsp:nvSpPr>
        <dsp:cNvPr id="0" name=""/>
        <dsp:cNvSpPr/>
      </dsp:nvSpPr>
      <dsp:spPr>
        <a:xfrm>
          <a:off x="0" y="2341813"/>
          <a:ext cx="6046132" cy="1074060"/>
        </a:xfrm>
        <a:prstGeom prst="roundRect">
          <a:avLst/>
        </a:prstGeom>
        <a:gradFill rotWithShape="0">
          <a:gsLst>
            <a:gs pos="0">
              <a:schemeClr val="accent5">
                <a:hueOff val="-450643"/>
                <a:satOff val="-12063"/>
                <a:lumOff val="-4185"/>
                <a:alphaOff val="0"/>
                <a:tint val="96000"/>
                <a:lumMod val="104000"/>
              </a:schemeClr>
            </a:gs>
            <a:gs pos="100000">
              <a:schemeClr val="accent5">
                <a:hueOff val="-450643"/>
                <a:satOff val="-12063"/>
                <a:lumOff val="-4185"/>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Less math intensive than Markov chains</a:t>
          </a:r>
        </a:p>
      </dsp:txBody>
      <dsp:txXfrm>
        <a:off x="52431" y="2394244"/>
        <a:ext cx="5941270" cy="969198"/>
      </dsp:txXfrm>
    </dsp:sp>
    <dsp:sp modelId="{FD7EA353-3485-4CB3-B1D1-B4DB04D5C896}">
      <dsp:nvSpPr>
        <dsp:cNvPr id="0" name=""/>
        <dsp:cNvSpPr/>
      </dsp:nvSpPr>
      <dsp:spPr>
        <a:xfrm>
          <a:off x="0" y="3493633"/>
          <a:ext cx="6046132" cy="1074060"/>
        </a:xfrm>
        <a:prstGeom prst="roundRect">
          <a:avLst/>
        </a:prstGeom>
        <a:gradFill rotWithShape="0">
          <a:gsLst>
            <a:gs pos="0">
              <a:schemeClr val="accent5">
                <a:hueOff val="-675965"/>
                <a:satOff val="-18095"/>
                <a:lumOff val="-6277"/>
                <a:alphaOff val="0"/>
                <a:tint val="96000"/>
                <a:lumMod val="104000"/>
              </a:schemeClr>
            </a:gs>
            <a:gs pos="100000">
              <a:schemeClr val="accent5">
                <a:hueOff val="-675965"/>
                <a:satOff val="-18095"/>
                <a:lumOff val="-6277"/>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Less accurate than Markov chains</a:t>
          </a:r>
        </a:p>
      </dsp:txBody>
      <dsp:txXfrm>
        <a:off x="52431" y="3546064"/>
        <a:ext cx="5941270" cy="96919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8093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6034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42020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0C50CD-E178-4744-9B35-B2F624D6C5E9}"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37094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0C50CD-E178-4744-9B35-B2F624D6C5E9}"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38929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0C50CD-E178-4744-9B35-B2F624D6C5E9}" type="datetimeFigureOut">
              <a:rPr lang="en-US" smtClean="0"/>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82687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0C50CD-E178-4744-9B35-B2F624D6C5E9}" type="datetimeFigureOut">
              <a:rPr lang="en-US" smtClean="0"/>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95769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31712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E80C50CD-E178-4744-9B35-B2F624D6C5E9}" type="datetimeFigureOut">
              <a:rPr lang="en-US" smtClean="0"/>
              <a:t>11/28/2025</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84606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C50CD-E178-4744-9B35-B2F624D6C5E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01781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289116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643096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8645976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186057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0C50CD-E178-4744-9B35-B2F624D6C5E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9652644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6689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0C50CD-E178-4744-9B35-B2F624D6C5E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11048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E80C50CD-E178-4744-9B35-B2F624D6C5E9}" type="datetimeFigureOut">
              <a:rPr lang="en-US" smtClean="0"/>
              <a:pPr/>
              <a:t>11/28/2025</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2938455105"/>
      </p:ext>
    </p:extLst>
  </p:cSld>
  <p:clrMap bg1="dk1" tx1="lt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eg"/><Relationship Id="rId1" Type="http://schemas.openxmlformats.org/officeDocument/2006/relationships/slideLayout" Target="../slideLayouts/slideLayout6.xml"/><Relationship Id="rId5" Type="http://schemas.openxmlformats.org/officeDocument/2006/relationships/hyperlink" Target="https://creativecommons.org/licenses/by/3.0/" TargetMode="External"/><Relationship Id="rId4" Type="http://schemas.openxmlformats.org/officeDocument/2006/relationships/hyperlink" Target="https://www.flickr.com/photos/benstephenson/27298596"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hyperlink" Target="https://jeopardylabs.com/play/2020-10-19-569"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cdn.1j1ju.com/medias/ad/d9/a3-risk-rulebook.pdf" TargetMode="External"/><Relationship Id="rId2" Type="http://schemas.openxmlformats.org/officeDocument/2006/relationships/hyperlink" Target="https://en.wikipedia.org/wiki/Absorbing_Markov_cha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 name="Picture 33" descr="Close-up of chain link">
            <a:extLst>
              <a:ext uri="{FF2B5EF4-FFF2-40B4-BE49-F238E27FC236}">
                <a16:creationId xmlns:a16="http://schemas.microsoft.com/office/drawing/2014/main" id="{0C4B154E-559B-62FF-B207-076321222233}"/>
              </a:ext>
            </a:extLst>
          </p:cNvPr>
          <p:cNvPicPr>
            <a:picLocks noChangeAspect="1"/>
          </p:cNvPicPr>
          <p:nvPr/>
        </p:nvPicPr>
        <p:blipFill>
          <a:blip r:embed="rId2">
            <a:alphaModFix amt="40000"/>
          </a:blip>
          <a:srcRect t="1720" b="14010"/>
          <a:stretch>
            <a:fillRect/>
          </a:stretch>
        </p:blipFill>
        <p:spPr>
          <a:xfrm>
            <a:off x="-2" y="-4"/>
            <a:ext cx="12192001" cy="6858001"/>
          </a:xfrm>
          <a:prstGeom prst="rect">
            <a:avLst/>
          </a:prstGeom>
        </p:spPr>
      </p:pic>
      <p:sp>
        <p:nvSpPr>
          <p:cNvPr id="2" name="Title 1">
            <a:extLst>
              <a:ext uri="{FF2B5EF4-FFF2-40B4-BE49-F238E27FC236}">
                <a16:creationId xmlns:a16="http://schemas.microsoft.com/office/drawing/2014/main" id="{87AB0A8C-C6E7-D5F0-2E7C-6224D6E219DD}"/>
              </a:ext>
            </a:extLst>
          </p:cNvPr>
          <p:cNvSpPr>
            <a:spLocks noGrp="1"/>
          </p:cNvSpPr>
          <p:nvPr>
            <p:ph type="ctrTitle"/>
          </p:nvPr>
        </p:nvSpPr>
        <p:spPr>
          <a:xfrm>
            <a:off x="517870" y="978408"/>
            <a:ext cx="5021182" cy="2450592"/>
          </a:xfrm>
        </p:spPr>
        <p:txBody>
          <a:bodyPr anchor="t">
            <a:normAutofit fontScale="90000"/>
          </a:bodyPr>
          <a:lstStyle/>
          <a:p>
            <a:r>
              <a:rPr lang="en-US" sz="5600">
                <a:solidFill>
                  <a:srgbClr val="FFFFFF"/>
                </a:solidFill>
              </a:rPr>
              <a:t>The RISK of Markov Chains</a:t>
            </a:r>
          </a:p>
        </p:txBody>
      </p:sp>
      <p:sp>
        <p:nvSpPr>
          <p:cNvPr id="3" name="Subtitle 2">
            <a:extLst>
              <a:ext uri="{FF2B5EF4-FFF2-40B4-BE49-F238E27FC236}">
                <a16:creationId xmlns:a16="http://schemas.microsoft.com/office/drawing/2014/main" id="{7877A3E9-E798-7C37-92CF-1F8CC933CC41}"/>
              </a:ext>
            </a:extLst>
          </p:cNvPr>
          <p:cNvSpPr>
            <a:spLocks noGrp="1"/>
          </p:cNvSpPr>
          <p:nvPr>
            <p:ph type="subTitle" idx="1"/>
          </p:nvPr>
        </p:nvSpPr>
        <p:spPr>
          <a:xfrm>
            <a:off x="6652366" y="4017818"/>
            <a:ext cx="5040785" cy="1828799"/>
          </a:xfrm>
        </p:spPr>
        <p:txBody>
          <a:bodyPr anchor="b">
            <a:normAutofit/>
          </a:bodyPr>
          <a:lstStyle/>
          <a:p>
            <a:r>
              <a:rPr lang="en-US" sz="2400" dirty="0">
                <a:solidFill>
                  <a:srgbClr val="FFFFFF"/>
                </a:solidFill>
              </a:rPr>
              <a:t>A tale of battle, dice, and victory.</a:t>
            </a:r>
          </a:p>
          <a:p>
            <a:r>
              <a:rPr lang="en-US" sz="2400" dirty="0">
                <a:solidFill>
                  <a:srgbClr val="FFFFFF"/>
                </a:solidFill>
              </a:rPr>
              <a:t>Allen Xie</a:t>
            </a:r>
          </a:p>
        </p:txBody>
      </p:sp>
    </p:spTree>
    <p:extLst>
      <p:ext uri="{BB962C8B-B14F-4D97-AF65-F5344CB8AC3E}">
        <p14:creationId xmlns:p14="http://schemas.microsoft.com/office/powerpoint/2010/main" val="376027907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4" name="Picture 3" descr="Dice and pins on a board game">
            <a:extLst>
              <a:ext uri="{FF2B5EF4-FFF2-40B4-BE49-F238E27FC236}">
                <a16:creationId xmlns:a16="http://schemas.microsoft.com/office/drawing/2014/main" id="{AAEA6907-69AF-9953-7578-A71F304346C0}"/>
              </a:ext>
            </a:extLst>
          </p:cNvPr>
          <p:cNvPicPr>
            <a:picLocks noChangeAspect="1"/>
          </p:cNvPicPr>
          <p:nvPr/>
        </p:nvPicPr>
        <p:blipFill>
          <a:blip r:embed="rId3"/>
          <a:srcRect t="15413"/>
          <a:stretch>
            <a:fillRect/>
          </a:stretch>
        </p:blipFill>
        <p:spPr>
          <a:xfrm>
            <a:off x="0" y="-121910"/>
            <a:ext cx="12191980" cy="6857990"/>
          </a:xfrm>
          <a:prstGeom prst="rect">
            <a:avLst/>
          </a:prstGeom>
        </p:spPr>
      </p:pic>
      <p:sp useBgFill="1">
        <p:nvSpPr>
          <p:cNvPr id="14" name="Rounded Rectangle 9">
            <a:extLst>
              <a:ext uri="{FF2B5EF4-FFF2-40B4-BE49-F238E27FC236}">
                <a16:creationId xmlns:a16="http://schemas.microsoft.com/office/drawing/2014/main" id="{377641A3-0AD1-47C4-888F-5D557BC9C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96889" y="1846512"/>
            <a:ext cx="8998224" cy="3164976"/>
          </a:xfrm>
          <a:prstGeom prst="roundRect">
            <a:avLst>
              <a:gd name="adj" fmla="val 4629"/>
            </a:avLst>
          </a:prstGeom>
          <a:ln w="44450">
            <a:gradFill>
              <a:gsLst>
                <a:gs pos="0">
                  <a:schemeClr val="bg2">
                    <a:alpha val="65000"/>
                  </a:schemeClr>
                </a:gs>
                <a:gs pos="98000">
                  <a:schemeClr val="bg2">
                    <a:lumMod val="75000"/>
                    <a:alpha val="55000"/>
                  </a:schemeClr>
                </a:gs>
              </a:gsLst>
              <a:lin ang="5400000" scaled="1"/>
            </a:gradFill>
          </a:ln>
          <a:effectLst>
            <a:innerShdw blurRad="63500" dist="50800" dir="14460000">
              <a:prstClr val="black">
                <a:alpha val="70000"/>
              </a:prstClr>
            </a:inn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58B176-FBFC-3D59-346B-AAF7BC0371BC}"/>
              </a:ext>
            </a:extLst>
          </p:cNvPr>
          <p:cNvSpPr>
            <a:spLocks noGrp="1"/>
          </p:cNvSpPr>
          <p:nvPr>
            <p:ph type="title"/>
          </p:nvPr>
        </p:nvSpPr>
        <p:spPr>
          <a:xfrm>
            <a:off x="1757879" y="2405936"/>
            <a:ext cx="8676222" cy="1802297"/>
          </a:xfrm>
        </p:spPr>
        <p:txBody>
          <a:bodyPr vert="horz" lIns="91440" tIns="45720" rIns="91440" bIns="45720" rtlCol="0" anchor="b">
            <a:normAutofit/>
          </a:bodyPr>
          <a:lstStyle/>
          <a:p>
            <a:pPr algn="ctr">
              <a:lnSpc>
                <a:spcPct val="90000"/>
              </a:lnSpc>
            </a:pPr>
            <a:r>
              <a:rPr lang="en-US" sz="2300" dirty="0">
                <a:effectLst>
                  <a:glow rad="38100">
                    <a:schemeClr val="bg1">
                      <a:lumMod val="65000"/>
                      <a:lumOff val="35000"/>
                      <a:alpha val="50000"/>
                    </a:schemeClr>
                  </a:glow>
                  <a:outerShdw blurRad="28575" dist="31750" dir="13200000" algn="tl" rotWithShape="0">
                    <a:srgbClr val="000000">
                      <a:alpha val="25000"/>
                    </a:srgbClr>
                  </a:outerShdw>
                </a:effectLst>
              </a:rPr>
              <a:t>RISK is a classic board game with the objective of </a:t>
            </a:r>
            <a:r>
              <a:rPr lang="en-US" sz="2300" b="1" dirty="0">
                <a:effectLst>
                  <a:glow rad="38100">
                    <a:schemeClr val="bg1">
                      <a:lumMod val="65000"/>
                      <a:lumOff val="35000"/>
                      <a:alpha val="50000"/>
                    </a:schemeClr>
                  </a:glow>
                  <a:outerShdw blurRad="28575" dist="31750" dir="13200000" algn="tl" rotWithShape="0">
                    <a:srgbClr val="000000">
                      <a:alpha val="25000"/>
                    </a:srgbClr>
                  </a:outerShdw>
                </a:effectLst>
              </a:rPr>
              <a:t>eliminating your opponents</a:t>
            </a:r>
            <a:r>
              <a:rPr lang="en-US" sz="2300" dirty="0">
                <a:effectLst>
                  <a:glow rad="38100">
                    <a:schemeClr val="bg1">
                      <a:lumMod val="65000"/>
                      <a:lumOff val="35000"/>
                      <a:alpha val="50000"/>
                    </a:schemeClr>
                  </a:glow>
                  <a:outerShdw blurRad="28575" dist="31750" dir="13200000" algn="tl" rotWithShape="0">
                    <a:srgbClr val="000000">
                      <a:alpha val="25000"/>
                    </a:srgbClr>
                  </a:outerShdw>
                </a:effectLst>
              </a:rPr>
              <a:t>.</a:t>
            </a:r>
            <a:br>
              <a:rPr lang="en-US" sz="2300" dirty="0">
                <a:effectLst>
                  <a:glow rad="38100">
                    <a:schemeClr val="bg1">
                      <a:lumMod val="65000"/>
                      <a:lumOff val="35000"/>
                      <a:alpha val="50000"/>
                    </a:schemeClr>
                  </a:glow>
                  <a:outerShdw blurRad="28575" dist="31750" dir="13200000" algn="tl" rotWithShape="0">
                    <a:srgbClr val="000000">
                      <a:alpha val="25000"/>
                    </a:srgbClr>
                  </a:outerShdw>
                </a:effectLst>
              </a:rPr>
            </a:br>
            <a:br>
              <a:rPr lang="en-US" sz="2300" dirty="0">
                <a:effectLst>
                  <a:glow rad="38100">
                    <a:schemeClr val="bg1">
                      <a:lumMod val="65000"/>
                      <a:lumOff val="35000"/>
                      <a:alpha val="50000"/>
                    </a:schemeClr>
                  </a:glow>
                  <a:outerShdw blurRad="28575" dist="31750" dir="13200000" algn="tl" rotWithShape="0">
                    <a:srgbClr val="000000">
                      <a:alpha val="25000"/>
                    </a:srgbClr>
                  </a:outerShdw>
                </a:effectLst>
              </a:rPr>
            </a:br>
            <a:r>
              <a:rPr lang="en-US" sz="2300" dirty="0">
                <a:effectLst>
                  <a:glow rad="38100">
                    <a:schemeClr val="bg1">
                      <a:lumMod val="65000"/>
                      <a:lumOff val="35000"/>
                      <a:alpha val="50000"/>
                    </a:schemeClr>
                  </a:glow>
                  <a:outerShdw blurRad="28575" dist="31750" dir="13200000" algn="tl" rotWithShape="0">
                    <a:srgbClr val="000000">
                      <a:alpha val="25000"/>
                    </a:srgbClr>
                  </a:outerShdw>
                </a:effectLst>
              </a:rPr>
              <a:t>This </a:t>
            </a:r>
            <a:r>
              <a:rPr lang="en-US" sz="2300" b="1" dirty="0">
                <a:effectLst>
                  <a:glow rad="38100">
                    <a:schemeClr val="bg1">
                      <a:lumMod val="65000"/>
                      <a:lumOff val="35000"/>
                      <a:alpha val="50000"/>
                    </a:schemeClr>
                  </a:glow>
                  <a:outerShdw blurRad="28575" dist="31750" dir="13200000" algn="tl" rotWithShape="0">
                    <a:srgbClr val="000000">
                      <a:alpha val="25000"/>
                    </a:srgbClr>
                  </a:outerShdw>
                </a:effectLst>
              </a:rPr>
              <a:t>objective</a:t>
            </a:r>
            <a:r>
              <a:rPr lang="en-US" sz="2300" dirty="0">
                <a:effectLst>
                  <a:glow rad="38100">
                    <a:schemeClr val="bg1">
                      <a:lumMod val="65000"/>
                      <a:lumOff val="35000"/>
                      <a:alpha val="50000"/>
                    </a:schemeClr>
                  </a:glow>
                  <a:outerShdw blurRad="28575" dist="31750" dir="13200000" algn="tl" rotWithShape="0">
                    <a:srgbClr val="000000">
                      <a:alpha val="25000"/>
                    </a:srgbClr>
                  </a:outerShdw>
                </a:effectLst>
              </a:rPr>
              <a:t> is achieved by </a:t>
            </a:r>
            <a:r>
              <a:rPr lang="en-US" sz="2300" b="1" dirty="0">
                <a:solidFill>
                  <a:srgbClr val="FF0000"/>
                </a:solidFill>
                <a:effectLst>
                  <a:glow rad="38100">
                    <a:schemeClr val="bg1">
                      <a:lumMod val="65000"/>
                      <a:lumOff val="35000"/>
                      <a:alpha val="50000"/>
                    </a:schemeClr>
                  </a:glow>
                  <a:outerShdw blurRad="28575" dist="31750" dir="13200000" algn="tl" rotWithShape="0">
                    <a:srgbClr val="000000">
                      <a:alpha val="25000"/>
                    </a:srgbClr>
                  </a:outerShdw>
                </a:effectLst>
              </a:rPr>
              <a:t>conquering</a:t>
            </a:r>
            <a:r>
              <a:rPr lang="en-US" sz="2300" dirty="0">
                <a:effectLst>
                  <a:glow rad="38100">
                    <a:schemeClr val="bg1">
                      <a:lumMod val="65000"/>
                      <a:lumOff val="35000"/>
                      <a:alpha val="50000"/>
                    </a:schemeClr>
                  </a:glow>
                  <a:outerShdw blurRad="28575" dist="31750" dir="13200000" algn="tl" rotWithShape="0">
                    <a:srgbClr val="000000">
                      <a:alpha val="25000"/>
                    </a:srgbClr>
                  </a:outerShdw>
                </a:effectLst>
              </a:rPr>
              <a:t> all your opponents’ territories, which are decided by </a:t>
            </a:r>
            <a:r>
              <a:rPr lang="en-US" sz="2300" b="1" dirty="0">
                <a:solidFill>
                  <a:srgbClr val="FF0000"/>
                </a:solidFill>
                <a:effectLst>
                  <a:glow rad="38100">
                    <a:schemeClr val="bg1">
                      <a:lumMod val="65000"/>
                      <a:lumOff val="35000"/>
                      <a:alpha val="50000"/>
                    </a:schemeClr>
                  </a:glow>
                  <a:outerShdw blurRad="28575" dist="31750" dir="13200000" algn="tl" rotWithShape="0">
                    <a:srgbClr val="000000">
                      <a:alpha val="25000"/>
                    </a:srgbClr>
                  </a:outerShdw>
                </a:effectLst>
              </a:rPr>
              <a:t>battles</a:t>
            </a:r>
            <a:r>
              <a:rPr lang="en-US" sz="2300" dirty="0">
                <a:effectLst>
                  <a:glow rad="38100">
                    <a:schemeClr val="bg1">
                      <a:lumMod val="65000"/>
                      <a:lumOff val="35000"/>
                      <a:alpha val="50000"/>
                    </a:schemeClr>
                  </a:glow>
                  <a:outerShdw blurRad="28575" dist="31750" dir="13200000" algn="tl" rotWithShape="0">
                    <a:srgbClr val="000000">
                      <a:alpha val="25000"/>
                    </a:srgbClr>
                  </a:outerShdw>
                </a:effectLst>
              </a:rPr>
              <a:t>.</a:t>
            </a:r>
          </a:p>
        </p:txBody>
      </p:sp>
    </p:spTree>
    <p:extLst>
      <p:ext uri="{BB962C8B-B14F-4D97-AF65-F5344CB8AC3E}">
        <p14:creationId xmlns:p14="http://schemas.microsoft.com/office/powerpoint/2010/main" val="366848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F7D2C-686C-F3E0-D944-0BFA3D3744AC}"/>
              </a:ext>
            </a:extLst>
          </p:cNvPr>
          <p:cNvSpPr>
            <a:spLocks noGrp="1"/>
          </p:cNvSpPr>
          <p:nvPr>
            <p:ph type="title"/>
          </p:nvPr>
        </p:nvSpPr>
        <p:spPr>
          <a:xfrm>
            <a:off x="8092986" y="1607574"/>
            <a:ext cx="3369133" cy="3642851"/>
          </a:xfrm>
        </p:spPr>
        <p:txBody>
          <a:bodyPr vert="horz" lIns="91440" tIns="45720" rIns="91440" bIns="45720" rtlCol="0" anchor="b">
            <a:normAutofit/>
          </a:bodyPr>
          <a:lstStyle/>
          <a:p>
            <a:pPr algn="ctr">
              <a:lnSpc>
                <a:spcPct val="90000"/>
              </a:lnSpc>
            </a:pPr>
            <a:r>
              <a:rPr lang="en-US" sz="1900" dirty="0">
                <a:effectLst>
                  <a:glow rad="38100">
                    <a:schemeClr val="bg1">
                      <a:lumMod val="65000"/>
                      <a:lumOff val="35000"/>
                      <a:alpha val="50000"/>
                    </a:schemeClr>
                  </a:glow>
                  <a:outerShdw blurRad="28575" dist="31750" dir="13200000" algn="tl" rotWithShape="0">
                    <a:srgbClr val="000000">
                      <a:alpha val="25000"/>
                    </a:srgbClr>
                  </a:outerShdw>
                </a:effectLst>
              </a:rPr>
              <a:t>On a player's turn, they may choose to attack an adjacent opponent's territory with an army located in adjacent territory.</a:t>
            </a:r>
            <a:br>
              <a:rPr lang="en-US" sz="1900" dirty="0">
                <a:effectLst>
                  <a:glow rad="38100">
                    <a:schemeClr val="bg1">
                      <a:lumMod val="65000"/>
                      <a:lumOff val="35000"/>
                      <a:alpha val="50000"/>
                    </a:schemeClr>
                  </a:glow>
                  <a:outerShdw blurRad="28575" dist="31750" dir="13200000" algn="tl" rotWithShape="0">
                    <a:srgbClr val="000000">
                      <a:alpha val="25000"/>
                    </a:srgbClr>
                  </a:outerShdw>
                </a:effectLst>
              </a:rPr>
            </a:br>
            <a:br>
              <a:rPr lang="en-US" sz="1900" dirty="0">
                <a:effectLst>
                  <a:glow rad="38100">
                    <a:schemeClr val="bg1">
                      <a:lumMod val="65000"/>
                      <a:lumOff val="35000"/>
                      <a:alpha val="50000"/>
                    </a:schemeClr>
                  </a:glow>
                  <a:outerShdw blurRad="28575" dist="31750" dir="13200000" algn="tl" rotWithShape="0">
                    <a:srgbClr val="000000">
                      <a:alpha val="25000"/>
                    </a:srgbClr>
                  </a:outerShdw>
                </a:effectLst>
              </a:rPr>
            </a:br>
            <a:r>
              <a:rPr lang="en-US" sz="1900" dirty="0">
                <a:effectLst>
                  <a:glow rad="38100">
                    <a:schemeClr val="bg1">
                      <a:lumMod val="65000"/>
                      <a:lumOff val="35000"/>
                      <a:alpha val="50000"/>
                    </a:schemeClr>
                  </a:glow>
                  <a:outerShdw blurRad="28575" dist="31750" dir="13200000" algn="tl" rotWithShape="0">
                    <a:srgbClr val="000000">
                      <a:alpha val="25000"/>
                    </a:srgbClr>
                  </a:outerShdw>
                </a:effectLst>
              </a:rPr>
              <a:t>The attacking and defending player each have several troops in their army located in their respective territories.</a:t>
            </a:r>
          </a:p>
        </p:txBody>
      </p:sp>
      <p:pic>
        <p:nvPicPr>
          <p:cNvPr id="4" name="Picture 3" descr="A game board with different colored pieces&#10;&#10;AI-generated content may be incorrect.">
            <a:extLst>
              <a:ext uri="{FF2B5EF4-FFF2-40B4-BE49-F238E27FC236}">
                <a16:creationId xmlns:a16="http://schemas.microsoft.com/office/drawing/2014/main" id="{C07D3C93-FBCB-28E2-DCC5-C5BA67905BA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36915" y="1174609"/>
            <a:ext cx="6915663" cy="4512470"/>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
        <p:nvSpPr>
          <p:cNvPr id="5" name="TextBox 4">
            <a:extLst>
              <a:ext uri="{FF2B5EF4-FFF2-40B4-BE49-F238E27FC236}">
                <a16:creationId xmlns:a16="http://schemas.microsoft.com/office/drawing/2014/main" id="{5FF644F6-39C8-A655-4183-C2DC733360E5}"/>
              </a:ext>
            </a:extLst>
          </p:cNvPr>
          <p:cNvSpPr txBox="1"/>
          <p:nvPr/>
        </p:nvSpPr>
        <p:spPr>
          <a:xfrm>
            <a:off x="5013101" y="5487024"/>
            <a:ext cx="2539477"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www.flickr.com/photos/benstephenson/27298596">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60842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815DD-D90C-6001-F6BD-40A3E3F467F7}"/>
              </a:ext>
            </a:extLst>
          </p:cNvPr>
          <p:cNvSpPr>
            <a:spLocks noGrp="1"/>
          </p:cNvSpPr>
          <p:nvPr>
            <p:ph type="title"/>
          </p:nvPr>
        </p:nvSpPr>
        <p:spPr>
          <a:xfrm>
            <a:off x="1757889" y="4528641"/>
            <a:ext cx="8676222" cy="1661609"/>
          </a:xfrm>
        </p:spPr>
        <p:txBody>
          <a:bodyPr vert="horz" lIns="91440" tIns="45720" rIns="91440" bIns="45720" rtlCol="0" anchor="b">
            <a:normAutofit fontScale="90000"/>
          </a:bodyPr>
          <a:lstStyle/>
          <a:p>
            <a:pPr algn="ctr">
              <a:lnSpc>
                <a:spcPct val="90000"/>
              </a:lnSpc>
            </a:pPr>
            <a:r>
              <a:rPr lang="en-US" sz="1600" dirty="0">
                <a:effectLst>
                  <a:glow rad="38100">
                    <a:schemeClr val="bg1">
                      <a:lumMod val="65000"/>
                      <a:lumOff val="35000"/>
                      <a:alpha val="50000"/>
                    </a:schemeClr>
                  </a:glow>
                  <a:outerShdw blurRad="28575" dist="31750" dir="13200000" algn="tl" rotWithShape="0">
                    <a:srgbClr val="000000">
                      <a:alpha val="25000"/>
                    </a:srgbClr>
                  </a:outerShdw>
                </a:effectLst>
              </a:rPr>
              <a:t>The players then perform a series of battles to determine if the attacked territory is defended or conquered.</a:t>
            </a:r>
            <a:br>
              <a:rPr lang="en-US" sz="1600" dirty="0">
                <a:effectLst>
                  <a:glow rad="38100">
                    <a:schemeClr val="bg1">
                      <a:lumMod val="65000"/>
                      <a:lumOff val="35000"/>
                      <a:alpha val="50000"/>
                    </a:schemeClr>
                  </a:glow>
                  <a:outerShdw blurRad="28575" dist="31750" dir="13200000" algn="tl" rotWithShape="0">
                    <a:srgbClr val="000000">
                      <a:alpha val="25000"/>
                    </a:srgbClr>
                  </a:outerShdw>
                </a:effectLst>
              </a:rPr>
            </a:br>
            <a:br>
              <a:rPr lang="en-US" sz="1600" dirty="0">
                <a:effectLst>
                  <a:glow rad="38100">
                    <a:schemeClr val="bg1">
                      <a:lumMod val="65000"/>
                      <a:lumOff val="35000"/>
                      <a:alpha val="50000"/>
                    </a:schemeClr>
                  </a:glow>
                  <a:outerShdw blurRad="28575" dist="31750" dir="13200000" algn="tl" rotWithShape="0">
                    <a:srgbClr val="000000">
                      <a:alpha val="25000"/>
                    </a:srgbClr>
                  </a:outerShdw>
                </a:effectLst>
              </a:rPr>
            </a:br>
            <a:r>
              <a:rPr lang="en-US" sz="1600" dirty="0">
                <a:effectLst>
                  <a:glow rad="38100">
                    <a:schemeClr val="bg1">
                      <a:lumMod val="65000"/>
                      <a:lumOff val="35000"/>
                      <a:alpha val="50000"/>
                    </a:schemeClr>
                  </a:glow>
                  <a:outerShdw blurRad="28575" dist="31750" dir="13200000" algn="tl" rotWithShape="0">
                    <a:srgbClr val="000000">
                      <a:alpha val="25000"/>
                    </a:srgbClr>
                  </a:outerShdw>
                </a:effectLst>
              </a:rPr>
              <a:t>Each battle is performed through dice rolls, which determines how many troops are lost in the battle, up to 2 on either side.</a:t>
            </a:r>
            <a:br>
              <a:rPr lang="en-US" sz="1600" dirty="0">
                <a:effectLst>
                  <a:glow rad="38100">
                    <a:schemeClr val="bg1">
                      <a:lumMod val="65000"/>
                      <a:lumOff val="35000"/>
                      <a:alpha val="50000"/>
                    </a:schemeClr>
                  </a:glow>
                  <a:outerShdw blurRad="28575" dist="31750" dir="13200000" algn="tl" rotWithShape="0">
                    <a:srgbClr val="000000">
                      <a:alpha val="25000"/>
                    </a:srgbClr>
                  </a:outerShdw>
                </a:effectLst>
              </a:rPr>
            </a:br>
            <a:br>
              <a:rPr lang="en-US" sz="1600" dirty="0">
                <a:effectLst>
                  <a:glow rad="38100">
                    <a:schemeClr val="bg1">
                      <a:lumMod val="65000"/>
                      <a:lumOff val="35000"/>
                      <a:alpha val="50000"/>
                    </a:schemeClr>
                  </a:glow>
                  <a:outerShdw blurRad="28575" dist="31750" dir="13200000" algn="tl" rotWithShape="0">
                    <a:srgbClr val="000000">
                      <a:alpha val="25000"/>
                    </a:srgbClr>
                  </a:outerShdw>
                </a:effectLst>
              </a:rPr>
            </a:br>
            <a:r>
              <a:rPr lang="en-US" sz="1600" dirty="0">
                <a:effectLst>
                  <a:glow rad="38100">
                    <a:schemeClr val="bg1">
                      <a:lumMod val="65000"/>
                      <a:lumOff val="35000"/>
                      <a:alpha val="50000"/>
                    </a:schemeClr>
                  </a:glow>
                  <a:outerShdw blurRad="28575" dist="31750" dir="13200000" algn="tl" rotWithShape="0">
                    <a:srgbClr val="000000">
                      <a:alpha val="25000"/>
                    </a:srgbClr>
                  </a:outerShdw>
                </a:effectLst>
              </a:rPr>
              <a:t>The outcome of the attack is determined by the result of all the battles, typically with one side losing all their troops.</a:t>
            </a:r>
          </a:p>
        </p:txBody>
      </p:sp>
      <p:pic>
        <p:nvPicPr>
          <p:cNvPr id="4" name="Picture 3" descr="A game board with dice and soldiers on it&#10;&#10;AI-generated content may be incorrect.">
            <a:extLst>
              <a:ext uri="{FF2B5EF4-FFF2-40B4-BE49-F238E27FC236}">
                <a16:creationId xmlns:a16="http://schemas.microsoft.com/office/drawing/2014/main" id="{2054E155-3948-2543-392F-6FECE2C7583F}"/>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0830" b="26654"/>
          <a:stretch>
            <a:fillRect/>
          </a:stretch>
        </p:blipFill>
        <p:spPr>
          <a:xfrm>
            <a:off x="20" y="10"/>
            <a:ext cx="12191980" cy="4273816"/>
          </a:xfrm>
          <a:prstGeom prst="rect">
            <a:avLst/>
          </a:prstGeom>
        </p:spPr>
      </p:pic>
    </p:spTree>
    <p:extLst>
      <p:ext uri="{BB962C8B-B14F-4D97-AF65-F5344CB8AC3E}">
        <p14:creationId xmlns:p14="http://schemas.microsoft.com/office/powerpoint/2010/main" val="2496831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CDE48-5CA3-EBCC-2AC1-5E7FA0CF52B0}"/>
              </a:ext>
            </a:extLst>
          </p:cNvPr>
          <p:cNvSpPr>
            <a:spLocks noGrp="1"/>
          </p:cNvSpPr>
          <p:nvPr>
            <p:ph type="title"/>
          </p:nvPr>
        </p:nvSpPr>
        <p:spPr>
          <a:xfrm>
            <a:off x="6420465" y="609600"/>
            <a:ext cx="5122606" cy="1905000"/>
          </a:xfrm>
        </p:spPr>
        <p:txBody>
          <a:bodyPr vert="horz" lIns="91440" tIns="45720" rIns="91440" bIns="45720" rtlCol="0" anchor="ctr">
            <a:normAutofit/>
          </a:bodyPr>
          <a:lstStyle/>
          <a:p>
            <a:r>
              <a:rPr lang="en-US"/>
              <a:t>Battle specifics</a:t>
            </a:r>
            <a:endParaRPr lang="en-US" dirty="0"/>
          </a:p>
        </p:txBody>
      </p:sp>
      <p:sp>
        <p:nvSpPr>
          <p:cNvPr id="3" name="Content Placeholder 2">
            <a:extLst>
              <a:ext uri="{FF2B5EF4-FFF2-40B4-BE49-F238E27FC236}">
                <a16:creationId xmlns:a16="http://schemas.microsoft.com/office/drawing/2014/main" id="{C32F8CD3-4539-9B5D-93FF-28F3E8E11384}"/>
              </a:ext>
            </a:extLst>
          </p:cNvPr>
          <p:cNvSpPr>
            <a:spLocks noGrp="1"/>
          </p:cNvSpPr>
          <p:nvPr>
            <p:ph sz="half" idx="1"/>
          </p:nvPr>
        </p:nvSpPr>
        <p:spPr>
          <a:xfrm>
            <a:off x="6420465" y="2666999"/>
            <a:ext cx="5122606" cy="3216276"/>
          </a:xfrm>
        </p:spPr>
        <p:txBody>
          <a:bodyPr vert="horz" lIns="91440" tIns="45720" rIns="91440" bIns="45720" rtlCol="0" anchor="t">
            <a:normAutofit/>
          </a:bodyPr>
          <a:lstStyle/>
          <a:p>
            <a:pPr>
              <a:lnSpc>
                <a:spcPct val="90000"/>
              </a:lnSpc>
            </a:pPr>
            <a:r>
              <a:rPr lang="en-US" dirty="0"/>
              <a:t>The attacker chooses one of their territories to attack another with troops stationed at their respective territories to use in battle</a:t>
            </a:r>
          </a:p>
          <a:p>
            <a:pPr>
              <a:lnSpc>
                <a:spcPct val="90000"/>
              </a:lnSpc>
            </a:pPr>
            <a:r>
              <a:rPr lang="en-US" dirty="0"/>
              <a:t>Players choose to roll dice &lt;= the number of troops they have, up to </a:t>
            </a:r>
            <a:r>
              <a:rPr lang="en-US" b="1" dirty="0"/>
              <a:t>3</a:t>
            </a:r>
            <a:r>
              <a:rPr lang="en-US" dirty="0"/>
              <a:t> for the attacker and </a:t>
            </a:r>
            <a:r>
              <a:rPr lang="en-US" b="1" dirty="0"/>
              <a:t>2</a:t>
            </a:r>
            <a:r>
              <a:rPr lang="en-US" dirty="0"/>
              <a:t> for the defender</a:t>
            </a:r>
          </a:p>
          <a:p>
            <a:pPr>
              <a:lnSpc>
                <a:spcPct val="90000"/>
              </a:lnSpc>
            </a:pPr>
            <a:r>
              <a:rPr lang="en-US" dirty="0"/>
              <a:t>Compare the highest rolled die from each side, </a:t>
            </a:r>
            <a:r>
              <a:rPr lang="en-US" b="1" dirty="0">
                <a:solidFill>
                  <a:srgbClr val="FF0000"/>
                </a:solidFill>
              </a:rPr>
              <a:t>whoever rolled lower loses a troop, with ties favoring the defender</a:t>
            </a:r>
          </a:p>
          <a:p>
            <a:pPr>
              <a:lnSpc>
                <a:spcPct val="90000"/>
              </a:lnSpc>
            </a:pPr>
            <a:r>
              <a:rPr lang="en-US" dirty="0"/>
              <a:t>An attack continues until one side has no more troops</a:t>
            </a:r>
          </a:p>
        </p:txBody>
      </p:sp>
      <p:pic>
        <p:nvPicPr>
          <p:cNvPr id="6" name="Content Placeholder 5">
            <a:extLst>
              <a:ext uri="{FF2B5EF4-FFF2-40B4-BE49-F238E27FC236}">
                <a16:creationId xmlns:a16="http://schemas.microsoft.com/office/drawing/2014/main" id="{9B19DAE8-FAC3-6532-5411-979BE3FDA4A1}"/>
              </a:ext>
            </a:extLst>
          </p:cNvPr>
          <p:cNvPicPr>
            <a:picLocks noGrp="1" noChangeAspect="1"/>
          </p:cNvPicPr>
          <p:nvPr>
            <p:ph sz="half" idx="2"/>
          </p:nvPr>
        </p:nvPicPr>
        <p:blipFill>
          <a:blip r:embed="rId3"/>
          <a:stretch>
            <a:fillRect/>
          </a:stretch>
        </p:blipFill>
        <p:spPr>
          <a:xfrm>
            <a:off x="643192" y="1456313"/>
            <a:ext cx="5451627" cy="4426962"/>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513012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4" name="Picture 3" descr="Black chains">
            <a:extLst>
              <a:ext uri="{FF2B5EF4-FFF2-40B4-BE49-F238E27FC236}">
                <a16:creationId xmlns:a16="http://schemas.microsoft.com/office/drawing/2014/main" id="{6A4C52DA-F142-36E4-473D-2FC36762DD4C}"/>
              </a:ext>
            </a:extLst>
          </p:cNvPr>
          <p:cNvPicPr>
            <a:picLocks noChangeAspect="1"/>
          </p:cNvPicPr>
          <p:nvPr/>
        </p:nvPicPr>
        <p:blipFill>
          <a:blip r:embed="rId3">
            <a:duotone>
              <a:prstClr val="black"/>
              <a:schemeClr val="bg1">
                <a:tint val="45000"/>
                <a:satMod val="400000"/>
              </a:schemeClr>
            </a:duotone>
            <a:alphaModFix amt="25000"/>
          </a:blip>
          <a:srcRect t="13259" b="11238"/>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55E495D-44E0-B11D-A9C2-0F58C74A0797}"/>
              </a:ext>
            </a:extLst>
          </p:cNvPr>
          <p:cNvSpPr>
            <a:spLocks noGrp="1"/>
          </p:cNvSpPr>
          <p:nvPr>
            <p:ph type="title"/>
          </p:nvPr>
        </p:nvSpPr>
        <p:spPr>
          <a:xfrm>
            <a:off x="1751012" y="609601"/>
            <a:ext cx="8676222" cy="3767846"/>
          </a:xfrm>
        </p:spPr>
        <p:txBody>
          <a:bodyPr vert="horz" lIns="91440" tIns="45720" rIns="91440" bIns="45720" rtlCol="0" anchor="b">
            <a:normAutofit fontScale="90000"/>
          </a:bodyPr>
          <a:lstStyle/>
          <a:p>
            <a:pPr algn="ctr">
              <a:lnSpc>
                <a:spcPct val="90000"/>
              </a:lnSpc>
            </a:pPr>
            <a:r>
              <a:rPr lang="en-US" sz="2600" dirty="0">
                <a:effectLst>
                  <a:glow rad="38100">
                    <a:schemeClr val="bg1">
                      <a:lumMod val="65000"/>
                      <a:lumOff val="35000"/>
                      <a:alpha val="50000"/>
                    </a:schemeClr>
                  </a:glow>
                  <a:outerShdw blurRad="28575" dist="31750" dir="13200000" algn="tl" rotWithShape="0">
                    <a:srgbClr val="000000">
                      <a:alpha val="25000"/>
                    </a:srgbClr>
                  </a:outerShdw>
                </a:effectLst>
              </a:rPr>
              <a:t>Although the probabilities of an individual battle are relatively straight forward to calculate, the probability of conquering a territory is not so clear.</a:t>
            </a:r>
            <a:br>
              <a:rPr lang="en-US" sz="2600" dirty="0">
                <a:effectLst>
                  <a:glow rad="38100">
                    <a:schemeClr val="bg1">
                      <a:lumMod val="65000"/>
                      <a:lumOff val="35000"/>
                      <a:alpha val="50000"/>
                    </a:schemeClr>
                  </a:glow>
                  <a:outerShdw blurRad="28575" dist="31750" dir="13200000" algn="tl" rotWithShape="0">
                    <a:srgbClr val="000000">
                      <a:alpha val="25000"/>
                    </a:srgbClr>
                  </a:outerShdw>
                </a:effectLst>
              </a:rPr>
            </a:br>
            <a:br>
              <a:rPr lang="en-US" sz="2600" dirty="0">
                <a:effectLst>
                  <a:glow rad="38100">
                    <a:schemeClr val="bg1">
                      <a:lumMod val="65000"/>
                      <a:lumOff val="35000"/>
                      <a:alpha val="50000"/>
                    </a:schemeClr>
                  </a:glow>
                  <a:outerShdw blurRad="28575" dist="31750" dir="13200000" algn="tl" rotWithShape="0">
                    <a:srgbClr val="000000">
                      <a:alpha val="25000"/>
                    </a:srgbClr>
                  </a:outerShdw>
                </a:effectLst>
              </a:rPr>
            </a:br>
            <a:r>
              <a:rPr lang="en-US" sz="2600" dirty="0">
                <a:effectLst>
                  <a:glow rad="38100">
                    <a:schemeClr val="bg1">
                      <a:lumMod val="65000"/>
                      <a:lumOff val="35000"/>
                      <a:alpha val="50000"/>
                    </a:schemeClr>
                  </a:glow>
                  <a:outerShdw blurRad="28575" dist="31750" dir="13200000" algn="tl" rotWithShape="0">
                    <a:srgbClr val="000000">
                      <a:alpha val="25000"/>
                    </a:srgbClr>
                  </a:outerShdw>
                </a:effectLst>
              </a:rPr>
              <a:t>Since the starting conditions of a battle is determined by the results of the previous battle, these conditions can be naturally represented with an </a:t>
            </a:r>
            <a:r>
              <a:rPr lang="en-US" sz="4000" b="1" dirty="0">
                <a:effectLst>
                  <a:glow rad="38100">
                    <a:schemeClr val="bg1">
                      <a:lumMod val="65000"/>
                      <a:lumOff val="35000"/>
                      <a:alpha val="50000"/>
                    </a:schemeClr>
                  </a:glow>
                  <a:outerShdw blurRad="28575" dist="31750" dir="13200000" algn="tl" rotWithShape="0">
                    <a:srgbClr val="000000">
                      <a:alpha val="25000"/>
                    </a:srgbClr>
                  </a:outerShdw>
                </a:effectLst>
              </a:rPr>
              <a:t>absorbing Markov chain</a:t>
            </a:r>
            <a:r>
              <a:rPr lang="en-US" sz="2600" dirty="0">
                <a:effectLst>
                  <a:glow rad="38100">
                    <a:schemeClr val="bg1">
                      <a:lumMod val="65000"/>
                      <a:lumOff val="35000"/>
                      <a:alpha val="50000"/>
                    </a:schemeClr>
                  </a:glow>
                  <a:outerShdw blurRad="28575" dist="31750" dir="13200000" algn="tl" rotWithShape="0">
                    <a:srgbClr val="000000">
                      <a:alpha val="25000"/>
                    </a:srgbClr>
                  </a:outerShdw>
                </a:effectLst>
              </a:rPr>
              <a:t>.</a:t>
            </a:r>
          </a:p>
        </p:txBody>
      </p:sp>
    </p:spTree>
    <p:extLst>
      <p:ext uri="{BB962C8B-B14F-4D97-AF65-F5344CB8AC3E}">
        <p14:creationId xmlns:p14="http://schemas.microsoft.com/office/powerpoint/2010/main" val="365175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31FAB-D4DD-3D47-B014-B72130F85650}"/>
              </a:ext>
            </a:extLst>
          </p:cNvPr>
          <p:cNvSpPr>
            <a:spLocks noGrp="1"/>
          </p:cNvSpPr>
          <p:nvPr>
            <p:ph type="title"/>
          </p:nvPr>
        </p:nvSpPr>
        <p:spPr>
          <a:xfrm>
            <a:off x="1139303" y="645106"/>
            <a:ext cx="3643674" cy="1905000"/>
          </a:xfrm>
        </p:spPr>
        <p:txBody>
          <a:bodyPr vert="horz" lIns="91440" tIns="45720" rIns="91440" bIns="45720" rtlCol="0" anchor="ctr">
            <a:normAutofit/>
          </a:bodyPr>
          <a:lstStyle/>
          <a:p>
            <a:r>
              <a:rPr lang="en-US" sz="2800" dirty="0"/>
              <a:t>What is a Markov chain?</a:t>
            </a:r>
          </a:p>
        </p:txBody>
      </p:sp>
      <p:sp>
        <p:nvSpPr>
          <p:cNvPr id="3" name="Content Placeholder 2">
            <a:extLst>
              <a:ext uri="{FF2B5EF4-FFF2-40B4-BE49-F238E27FC236}">
                <a16:creationId xmlns:a16="http://schemas.microsoft.com/office/drawing/2014/main" id="{FCEEEEEF-BE2D-2AE7-903B-D0945AF27345}"/>
              </a:ext>
            </a:extLst>
          </p:cNvPr>
          <p:cNvSpPr>
            <a:spLocks noGrp="1"/>
          </p:cNvSpPr>
          <p:nvPr>
            <p:ph sz="half" idx="1"/>
          </p:nvPr>
        </p:nvSpPr>
        <p:spPr>
          <a:xfrm>
            <a:off x="1139303" y="2702505"/>
            <a:ext cx="3643674" cy="3216276"/>
          </a:xfrm>
        </p:spPr>
        <p:txBody>
          <a:bodyPr vert="horz" lIns="91440" tIns="45720" rIns="91440" bIns="45720" rtlCol="0" anchor="t">
            <a:normAutofit/>
          </a:bodyPr>
          <a:lstStyle/>
          <a:p>
            <a:r>
              <a:rPr lang="en-US" dirty="0"/>
              <a:t>A type of probabilistic process</a:t>
            </a:r>
          </a:p>
          <a:p>
            <a:r>
              <a:rPr lang="en-US" dirty="0"/>
              <a:t>Describes a “chain” of possible events, called </a:t>
            </a:r>
            <a:r>
              <a:rPr lang="en-US" b="1" dirty="0">
                <a:solidFill>
                  <a:srgbClr val="FF0000"/>
                </a:solidFill>
              </a:rPr>
              <a:t>states</a:t>
            </a:r>
            <a:r>
              <a:rPr lang="en-US" dirty="0"/>
              <a:t>.</a:t>
            </a:r>
          </a:p>
          <a:p>
            <a:r>
              <a:rPr lang="en-US" dirty="0"/>
              <a:t>The probability of the next state is determined by the previous state</a:t>
            </a:r>
          </a:p>
        </p:txBody>
      </p:sp>
      <p:pic>
        <p:nvPicPr>
          <p:cNvPr id="6" name="Content Placeholder 5" descr="Source Wikipedia:&#10;Caption from source:&#10;A diagram representing a two-state Markov process. The numbers are the probability of changing from one state to another state.">
            <a:extLst>
              <a:ext uri="{FF2B5EF4-FFF2-40B4-BE49-F238E27FC236}">
                <a16:creationId xmlns:a16="http://schemas.microsoft.com/office/drawing/2014/main" id="{3B328AC9-A4EB-E7BD-AAB5-F9FD99A7F82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r="13059" b="5616"/>
          <a:stretch>
            <a:fillRect/>
          </a:stretch>
        </p:blipFill>
        <p:spPr>
          <a:xfrm>
            <a:off x="5672352" y="645106"/>
            <a:ext cx="4833916" cy="5247747"/>
          </a:xfrm>
          <a:prstGeom prst="roundRect">
            <a:avLst>
              <a:gd name="adj" fmla="val 3517"/>
            </a:avLst>
          </a:prstGeom>
          <a:solidFill>
            <a:schemeClr val="tx1"/>
          </a:solid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3758433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A290-02DC-DF89-FAC7-55E879869625}"/>
              </a:ext>
            </a:extLst>
          </p:cNvPr>
          <p:cNvSpPr>
            <a:spLocks noGrp="1"/>
          </p:cNvSpPr>
          <p:nvPr>
            <p:ph type="title"/>
          </p:nvPr>
        </p:nvSpPr>
        <p:spPr/>
        <p:txBody>
          <a:bodyPr/>
          <a:lstStyle/>
          <a:p>
            <a:r>
              <a:rPr lang="en-US" dirty="0"/>
              <a:t>Absorbing Markov chain</a:t>
            </a:r>
          </a:p>
        </p:txBody>
      </p:sp>
      <p:sp>
        <p:nvSpPr>
          <p:cNvPr id="3" name="Content Placeholder 2">
            <a:extLst>
              <a:ext uri="{FF2B5EF4-FFF2-40B4-BE49-F238E27FC236}">
                <a16:creationId xmlns:a16="http://schemas.microsoft.com/office/drawing/2014/main" id="{7A22F867-E92F-BB70-CB61-F78D56FFBF63}"/>
              </a:ext>
            </a:extLst>
          </p:cNvPr>
          <p:cNvSpPr>
            <a:spLocks noGrp="1"/>
          </p:cNvSpPr>
          <p:nvPr>
            <p:ph sz="half" idx="1"/>
          </p:nvPr>
        </p:nvSpPr>
        <p:spPr>
          <a:xfrm>
            <a:off x="1141412" y="3993202"/>
            <a:ext cx="10115352" cy="1905001"/>
          </a:xfrm>
        </p:spPr>
        <p:txBody>
          <a:bodyPr>
            <a:normAutofit/>
          </a:bodyPr>
          <a:lstStyle/>
          <a:p>
            <a:r>
              <a:rPr lang="en-US" dirty="0"/>
              <a:t>A type of Markov chain</a:t>
            </a:r>
          </a:p>
          <a:p>
            <a:r>
              <a:rPr lang="en-US" dirty="0"/>
              <a:t>Has an “</a:t>
            </a:r>
            <a:r>
              <a:rPr lang="en-US" b="1" dirty="0">
                <a:solidFill>
                  <a:srgbClr val="FF0000"/>
                </a:solidFill>
              </a:rPr>
              <a:t>absorbing state</a:t>
            </a:r>
            <a:r>
              <a:rPr lang="en-US" dirty="0"/>
              <a:t>” where the “next state” is always </a:t>
            </a:r>
            <a:r>
              <a:rPr lang="en-US" b="1" dirty="0"/>
              <a:t>itself</a:t>
            </a:r>
          </a:p>
          <a:p>
            <a:r>
              <a:rPr lang="en-US" dirty="0"/>
              <a:t>All other states eventually leads to an absorbing state</a:t>
            </a:r>
          </a:p>
          <a:p>
            <a:r>
              <a:rPr lang="en-US" dirty="0"/>
              <a:t>This applies to RISK, as each state is represented by the number of troops on each side, and the absorbing states are the battle outcomes, where one side has run out of troops</a:t>
            </a:r>
          </a:p>
        </p:txBody>
      </p:sp>
      <p:pic>
        <p:nvPicPr>
          <p:cNvPr id="6" name="Content Placeholder 5" descr="A black background with a black square&#10;&#10;AI-generated content may be incorrect.">
            <a:extLst>
              <a:ext uri="{FF2B5EF4-FFF2-40B4-BE49-F238E27FC236}">
                <a16:creationId xmlns:a16="http://schemas.microsoft.com/office/drawing/2014/main" id="{AD5DC610-688A-7763-EC46-CB5ECBB7BA2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41412" y="2156867"/>
            <a:ext cx="10115352" cy="1645429"/>
          </a:xfrm>
          <a:solidFill>
            <a:schemeClr val="tx1"/>
          </a:solidFill>
        </p:spPr>
      </p:pic>
    </p:spTree>
    <p:extLst>
      <p:ext uri="{BB962C8B-B14F-4D97-AF65-F5344CB8AC3E}">
        <p14:creationId xmlns:p14="http://schemas.microsoft.com/office/powerpoint/2010/main" val="291650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4760-AB7F-5E71-24AC-15D8CAE4C9F6}"/>
              </a:ext>
            </a:extLst>
          </p:cNvPr>
          <p:cNvSpPr>
            <a:spLocks noGrp="1"/>
          </p:cNvSpPr>
          <p:nvPr>
            <p:ph type="title"/>
          </p:nvPr>
        </p:nvSpPr>
        <p:spPr/>
        <p:txBody>
          <a:bodyPr/>
          <a:lstStyle/>
          <a:p>
            <a:r>
              <a:rPr lang="en-US" dirty="0"/>
              <a:t>Calculating absorbing probabilities</a:t>
            </a:r>
          </a:p>
        </p:txBody>
      </p:sp>
      <p:pic>
        <p:nvPicPr>
          <p:cNvPr id="6" name="Content Placeholder 5">
            <a:extLst>
              <a:ext uri="{FF2B5EF4-FFF2-40B4-BE49-F238E27FC236}">
                <a16:creationId xmlns:a16="http://schemas.microsoft.com/office/drawing/2014/main" id="{AE7550A1-D761-FEE2-AD9B-9923E19FF782}"/>
              </a:ext>
            </a:extLst>
          </p:cNvPr>
          <p:cNvPicPr>
            <a:picLocks noGrp="1" noChangeAspect="1"/>
          </p:cNvPicPr>
          <p:nvPr>
            <p:ph sz="half" idx="1"/>
          </p:nvPr>
        </p:nvPicPr>
        <p:blipFill>
          <a:blip r:embed="rId2"/>
          <a:stretch>
            <a:fillRect/>
          </a:stretch>
        </p:blipFill>
        <p:spPr>
          <a:xfrm>
            <a:off x="1907466" y="2157362"/>
            <a:ext cx="1457528" cy="714475"/>
          </a:xfrm>
          <a:prstGeom prst="rect">
            <a:avLst/>
          </a:prstGeom>
        </p:spPr>
      </p:pic>
      <p:pic>
        <p:nvPicPr>
          <p:cNvPr id="8" name="Content Placeholder 7">
            <a:extLst>
              <a:ext uri="{FF2B5EF4-FFF2-40B4-BE49-F238E27FC236}">
                <a16:creationId xmlns:a16="http://schemas.microsoft.com/office/drawing/2014/main" id="{D771D040-9038-2F2B-3250-59E4AADF1B86}"/>
              </a:ext>
            </a:extLst>
          </p:cNvPr>
          <p:cNvPicPr>
            <a:picLocks noGrp="1" noChangeAspect="1"/>
          </p:cNvPicPr>
          <p:nvPr>
            <p:ph sz="half" idx="2"/>
          </p:nvPr>
        </p:nvPicPr>
        <p:blipFill>
          <a:blip r:embed="rId3"/>
          <a:stretch>
            <a:fillRect/>
          </a:stretch>
        </p:blipFill>
        <p:spPr>
          <a:xfrm>
            <a:off x="1400222" y="3214689"/>
            <a:ext cx="2705478" cy="743054"/>
          </a:xfrm>
          <a:prstGeom prst="rect">
            <a:avLst/>
          </a:prstGeom>
        </p:spPr>
      </p:pic>
      <p:pic>
        <p:nvPicPr>
          <p:cNvPr id="10" name="Picture 9">
            <a:extLst>
              <a:ext uri="{FF2B5EF4-FFF2-40B4-BE49-F238E27FC236}">
                <a16:creationId xmlns:a16="http://schemas.microsoft.com/office/drawing/2014/main" id="{884359B9-C01C-8AB7-8221-CF4119F29DC9}"/>
              </a:ext>
            </a:extLst>
          </p:cNvPr>
          <p:cNvPicPr>
            <a:picLocks noChangeAspect="1"/>
          </p:cNvPicPr>
          <p:nvPr/>
        </p:nvPicPr>
        <p:blipFill>
          <a:blip r:embed="rId4"/>
          <a:stretch>
            <a:fillRect/>
          </a:stretch>
        </p:blipFill>
        <p:spPr>
          <a:xfrm>
            <a:off x="2097992" y="4279044"/>
            <a:ext cx="1076475" cy="495369"/>
          </a:xfrm>
          <a:prstGeom prst="rect">
            <a:avLst/>
          </a:prstGeom>
        </p:spPr>
      </p:pic>
      <p:pic>
        <p:nvPicPr>
          <p:cNvPr id="12" name="Picture 11">
            <a:extLst>
              <a:ext uri="{FF2B5EF4-FFF2-40B4-BE49-F238E27FC236}">
                <a16:creationId xmlns:a16="http://schemas.microsoft.com/office/drawing/2014/main" id="{1CD4F920-7C37-0A27-6AE1-E700EABFCD89}"/>
              </a:ext>
            </a:extLst>
          </p:cNvPr>
          <p:cNvPicPr>
            <a:picLocks noChangeAspect="1"/>
          </p:cNvPicPr>
          <p:nvPr/>
        </p:nvPicPr>
        <p:blipFill>
          <a:blip r:embed="rId5"/>
          <a:stretch>
            <a:fillRect/>
          </a:stretch>
        </p:blipFill>
        <p:spPr>
          <a:xfrm>
            <a:off x="719090" y="5095714"/>
            <a:ext cx="4067743" cy="1152686"/>
          </a:xfrm>
          <a:prstGeom prst="rect">
            <a:avLst/>
          </a:prstGeom>
        </p:spPr>
      </p:pic>
      <p:sp>
        <p:nvSpPr>
          <p:cNvPr id="16" name="Content Placeholder 2">
            <a:extLst>
              <a:ext uri="{FF2B5EF4-FFF2-40B4-BE49-F238E27FC236}">
                <a16:creationId xmlns:a16="http://schemas.microsoft.com/office/drawing/2014/main" id="{96287EF6-1CBF-FE9B-A9DA-BDD7960B1DA3}"/>
              </a:ext>
            </a:extLst>
          </p:cNvPr>
          <p:cNvSpPr txBox="1">
            <a:spLocks/>
          </p:cNvSpPr>
          <p:nvPr/>
        </p:nvSpPr>
        <p:spPr>
          <a:xfrm>
            <a:off x="5467769" y="2514599"/>
            <a:ext cx="6005141" cy="311763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en-US" dirty="0"/>
              <a:t>Create transition Matrix </a:t>
            </a:r>
            <a:r>
              <a:rPr lang="en-US" b="1" dirty="0"/>
              <a:t>P</a:t>
            </a:r>
            <a:r>
              <a:rPr lang="en-US" dirty="0"/>
              <a:t>, which can be split into sections </a:t>
            </a:r>
            <a:r>
              <a:rPr lang="en-US" b="1" dirty="0"/>
              <a:t>Q</a:t>
            </a:r>
            <a:r>
              <a:rPr lang="en-US" dirty="0"/>
              <a:t>, </a:t>
            </a:r>
            <a:r>
              <a:rPr lang="en-US" b="1" dirty="0"/>
              <a:t>R</a:t>
            </a:r>
            <a:r>
              <a:rPr lang="en-US" dirty="0"/>
              <a:t> and </a:t>
            </a:r>
            <a:r>
              <a:rPr lang="en-US" b="1" dirty="0"/>
              <a:t>I</a:t>
            </a:r>
            <a:r>
              <a:rPr lang="en-US" dirty="0"/>
              <a:t>.</a:t>
            </a:r>
            <a:endParaRPr lang="en-US" b="1" dirty="0"/>
          </a:p>
          <a:p>
            <a:r>
              <a:rPr lang="en-US" dirty="0"/>
              <a:t>Calculate the expected number of visits to a transient state, </a:t>
            </a:r>
            <a:r>
              <a:rPr lang="en-US" b="1" dirty="0"/>
              <a:t>N</a:t>
            </a:r>
            <a:r>
              <a:rPr lang="en-US" dirty="0"/>
              <a:t>.</a:t>
            </a:r>
            <a:endParaRPr lang="en-US" b="1" dirty="0"/>
          </a:p>
          <a:p>
            <a:r>
              <a:rPr lang="en-US" dirty="0"/>
              <a:t>Calculate the probability of being absorbed into an absorbing state from a transition state, </a:t>
            </a:r>
            <a:r>
              <a:rPr lang="en-US" b="1" dirty="0"/>
              <a:t>B</a:t>
            </a:r>
            <a:r>
              <a:rPr lang="en-US" dirty="0"/>
              <a:t>.</a:t>
            </a:r>
          </a:p>
          <a:p>
            <a:r>
              <a:rPr lang="en-US" dirty="0"/>
              <a:t>The first row of matrix B contains the steady state probabilities of reaching a specific absorbing state from the original transition state.</a:t>
            </a:r>
          </a:p>
        </p:txBody>
      </p:sp>
    </p:spTree>
    <p:extLst>
      <p:ext uri="{BB962C8B-B14F-4D97-AF65-F5344CB8AC3E}">
        <p14:creationId xmlns:p14="http://schemas.microsoft.com/office/powerpoint/2010/main" val="2360970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6B88C-B8F3-FE55-2F68-AD311839BB95}"/>
              </a:ext>
            </a:extLst>
          </p:cNvPr>
          <p:cNvSpPr>
            <a:spLocks noGrp="1"/>
          </p:cNvSpPr>
          <p:nvPr>
            <p:ph type="title"/>
          </p:nvPr>
        </p:nvSpPr>
        <p:spPr>
          <a:xfrm>
            <a:off x="643192" y="609600"/>
            <a:ext cx="3643674" cy="1905000"/>
          </a:xfrm>
        </p:spPr>
        <p:txBody>
          <a:bodyPr vert="horz" lIns="91440" tIns="45720" rIns="91440" bIns="45720" rtlCol="0" anchor="ctr">
            <a:normAutofit/>
          </a:bodyPr>
          <a:lstStyle/>
          <a:p>
            <a:r>
              <a:rPr lang="en-US" sz="2800" dirty="0"/>
              <a:t>Single Roll probabilities</a:t>
            </a:r>
          </a:p>
        </p:txBody>
      </p:sp>
      <p:sp>
        <p:nvSpPr>
          <p:cNvPr id="5" name="TextBox 4">
            <a:extLst>
              <a:ext uri="{FF2B5EF4-FFF2-40B4-BE49-F238E27FC236}">
                <a16:creationId xmlns:a16="http://schemas.microsoft.com/office/drawing/2014/main" id="{5417649B-5605-11D9-F3A7-996F9E1ABD76}"/>
              </a:ext>
            </a:extLst>
          </p:cNvPr>
          <p:cNvSpPr txBox="1"/>
          <p:nvPr/>
        </p:nvSpPr>
        <p:spPr>
          <a:xfrm>
            <a:off x="643192" y="2666999"/>
            <a:ext cx="3643674" cy="3216276"/>
          </a:xfrm>
          <a:prstGeom prst="rect">
            <a:avLst/>
          </a:prstGeom>
        </p:spPr>
        <p:txBody>
          <a:bodyPr vert="horz" lIns="91440" tIns="45720" rIns="91440" bIns="45720" rtlCol="0" anchor="t">
            <a:normAutofit/>
          </a:bodyPr>
          <a:lstStyle/>
          <a:p>
            <a:pPr marL="285750" indent="-285750">
              <a:spcBef>
                <a:spcPct val="20000"/>
              </a:spcBef>
              <a:spcAft>
                <a:spcPts val="600"/>
              </a:spcAft>
              <a:buClr>
                <a:schemeClr val="tx1"/>
              </a:buClr>
              <a:buSzPct val="100000"/>
              <a:buFont typeface="Arial" panose="020B0604020202020204" pitchFamily="34" charset="0"/>
              <a:buChar char="•"/>
            </a:pPr>
            <a:r>
              <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Equal dice general favor defenders</a:t>
            </a:r>
          </a:p>
          <a:p>
            <a:pPr marL="285750" indent="-285750">
              <a:spcBef>
                <a:spcPct val="20000"/>
              </a:spcBef>
              <a:spcAft>
                <a:spcPts val="600"/>
              </a:spcAft>
              <a:buClr>
                <a:schemeClr val="tx1"/>
              </a:buClr>
              <a:buSzPct val="100000"/>
              <a:buFont typeface="Arial" panose="020B0604020202020204" pitchFamily="34" charset="0"/>
              <a:buChar char="•"/>
            </a:pPr>
            <a:r>
              <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more dice is always better</a:t>
            </a:r>
          </a:p>
        </p:txBody>
      </p:sp>
      <p:graphicFrame>
        <p:nvGraphicFramePr>
          <p:cNvPr id="4" name="Content Placeholder 3">
            <a:extLst>
              <a:ext uri="{FF2B5EF4-FFF2-40B4-BE49-F238E27FC236}">
                <a16:creationId xmlns:a16="http://schemas.microsoft.com/office/drawing/2014/main" id="{9525BE80-D424-FCC5-9803-443C9718E1C0}"/>
              </a:ext>
            </a:extLst>
          </p:cNvPr>
          <p:cNvGraphicFramePr>
            <a:graphicFrameLocks noGrp="1"/>
          </p:cNvGraphicFramePr>
          <p:nvPr>
            <p:ph idx="1"/>
            <p:extLst>
              <p:ext uri="{D42A27DB-BD31-4B8C-83A1-F6EECF244321}">
                <p14:modId xmlns:p14="http://schemas.microsoft.com/office/powerpoint/2010/main" val="2006260407"/>
              </p:ext>
            </p:extLst>
          </p:nvPr>
        </p:nvGraphicFramePr>
        <p:xfrm>
          <a:off x="4630994" y="1021992"/>
          <a:ext cx="6916635" cy="4493982"/>
        </p:xfrm>
        <a:graphic>
          <a:graphicData uri="http://schemas.openxmlformats.org/drawingml/2006/table">
            <a:tbl>
              <a:tblPr firstRow="1" firstCol="1" bandRow="1">
                <a:tableStyleId>{5C22544A-7EE6-4342-B048-85BDC9FD1C3A}</a:tableStyleId>
              </a:tblPr>
              <a:tblGrid>
                <a:gridCol w="1875315">
                  <a:extLst>
                    <a:ext uri="{9D8B030D-6E8A-4147-A177-3AD203B41FA5}">
                      <a16:colId xmlns:a16="http://schemas.microsoft.com/office/drawing/2014/main" val="582723235"/>
                    </a:ext>
                  </a:extLst>
                </a:gridCol>
                <a:gridCol w="1945921">
                  <a:extLst>
                    <a:ext uri="{9D8B030D-6E8A-4147-A177-3AD203B41FA5}">
                      <a16:colId xmlns:a16="http://schemas.microsoft.com/office/drawing/2014/main" val="3832912217"/>
                    </a:ext>
                  </a:extLst>
                </a:gridCol>
                <a:gridCol w="754080">
                  <a:extLst>
                    <a:ext uri="{9D8B030D-6E8A-4147-A177-3AD203B41FA5}">
                      <a16:colId xmlns:a16="http://schemas.microsoft.com/office/drawing/2014/main" val="4182390618"/>
                    </a:ext>
                  </a:extLst>
                </a:gridCol>
                <a:gridCol w="532375">
                  <a:extLst>
                    <a:ext uri="{9D8B030D-6E8A-4147-A177-3AD203B41FA5}">
                      <a16:colId xmlns:a16="http://schemas.microsoft.com/office/drawing/2014/main" val="1869704159"/>
                    </a:ext>
                  </a:extLst>
                </a:gridCol>
                <a:gridCol w="1808944">
                  <a:extLst>
                    <a:ext uri="{9D8B030D-6E8A-4147-A177-3AD203B41FA5}">
                      <a16:colId xmlns:a16="http://schemas.microsoft.com/office/drawing/2014/main" val="175037928"/>
                    </a:ext>
                  </a:extLst>
                </a:gridCol>
              </a:tblGrid>
              <a:tr h="752386">
                <a:tc>
                  <a:txBody>
                    <a:bodyPr/>
                    <a:lstStyle/>
                    <a:p>
                      <a:r>
                        <a:rPr lang="en-US" sz="2000"/>
                        <a:t>State (Attack, Defend)</a:t>
                      </a:r>
                    </a:p>
                  </a:txBody>
                  <a:tcPr marL="101674" marR="101674" marT="50837" marB="50837"/>
                </a:tc>
                <a:tc gridSpan="2">
                  <a:txBody>
                    <a:bodyPr/>
                    <a:lstStyle/>
                    <a:p>
                      <a:r>
                        <a:rPr lang="en-US" sz="2000"/>
                        <a:t>Attacker -1 troop</a:t>
                      </a:r>
                    </a:p>
                  </a:txBody>
                  <a:tcPr marL="101674" marR="101674" marT="50837" marB="50837"/>
                </a:tc>
                <a:tc hMerge="1">
                  <a:txBody>
                    <a:bodyPr/>
                    <a:lstStyle/>
                    <a:p>
                      <a:endParaRPr lang="en-US"/>
                    </a:p>
                  </a:txBody>
                  <a:tcPr/>
                </a:tc>
                <a:tc gridSpan="2">
                  <a:txBody>
                    <a:bodyPr/>
                    <a:lstStyle/>
                    <a:p>
                      <a:r>
                        <a:rPr lang="en-US" sz="2000"/>
                        <a:t>Defender -1 troop</a:t>
                      </a:r>
                    </a:p>
                  </a:txBody>
                  <a:tcPr marL="101674" marR="101674" marT="50837" marB="50837"/>
                </a:tc>
                <a:tc hMerge="1">
                  <a:txBody>
                    <a:bodyPr/>
                    <a:lstStyle/>
                    <a:p>
                      <a:endParaRPr lang="en-US"/>
                    </a:p>
                  </a:txBody>
                  <a:tcPr/>
                </a:tc>
                <a:extLst>
                  <a:ext uri="{0D108BD9-81ED-4DB2-BD59-A6C34878D82A}">
                    <a16:rowId xmlns:a16="http://schemas.microsoft.com/office/drawing/2014/main" val="108297622"/>
                  </a:ext>
                </a:extLst>
              </a:tr>
              <a:tr h="447365">
                <a:tc>
                  <a:txBody>
                    <a:bodyPr/>
                    <a:lstStyle/>
                    <a:p>
                      <a:r>
                        <a:rPr lang="en-US" sz="2000"/>
                        <a:t>(1 Die, 1 Die)</a:t>
                      </a:r>
                    </a:p>
                  </a:txBody>
                  <a:tcPr marL="101674" marR="101674" marT="50837" marB="50837"/>
                </a:tc>
                <a:tc gridSpan="2">
                  <a:txBody>
                    <a:bodyPr/>
                    <a:lstStyle/>
                    <a:p>
                      <a:r>
                        <a:rPr lang="en-US" sz="2000"/>
                        <a:t>0.583</a:t>
                      </a:r>
                    </a:p>
                  </a:txBody>
                  <a:tcPr marL="101674" marR="101674" marT="50837" marB="50837"/>
                </a:tc>
                <a:tc hMerge="1">
                  <a:txBody>
                    <a:bodyPr/>
                    <a:lstStyle/>
                    <a:p>
                      <a:endParaRPr lang="en-US"/>
                    </a:p>
                  </a:txBody>
                  <a:tcPr/>
                </a:tc>
                <a:tc gridSpan="2">
                  <a:txBody>
                    <a:bodyPr/>
                    <a:lstStyle/>
                    <a:p>
                      <a:r>
                        <a:rPr lang="en-US" sz="2000"/>
                        <a:t>0.416</a:t>
                      </a:r>
                    </a:p>
                  </a:txBody>
                  <a:tcPr marL="101674" marR="101674" marT="50837" marB="50837"/>
                </a:tc>
                <a:tc hMerge="1">
                  <a:txBody>
                    <a:bodyPr/>
                    <a:lstStyle/>
                    <a:p>
                      <a:endParaRPr lang="en-US"/>
                    </a:p>
                  </a:txBody>
                  <a:tcPr/>
                </a:tc>
                <a:extLst>
                  <a:ext uri="{0D108BD9-81ED-4DB2-BD59-A6C34878D82A}">
                    <a16:rowId xmlns:a16="http://schemas.microsoft.com/office/drawing/2014/main" val="2784967324"/>
                  </a:ext>
                </a:extLst>
              </a:tr>
              <a:tr h="4473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(2 Die, 1 Die)</a:t>
                      </a:r>
                    </a:p>
                  </a:txBody>
                  <a:tcPr marL="101674" marR="101674" marT="50837" marB="50837"/>
                </a:tc>
                <a:tc gridSpan="2">
                  <a:txBody>
                    <a:bodyPr/>
                    <a:lstStyle/>
                    <a:p>
                      <a:r>
                        <a:rPr lang="en-US" sz="2000"/>
                        <a:t>0.421</a:t>
                      </a:r>
                    </a:p>
                  </a:txBody>
                  <a:tcPr marL="101674" marR="101674" marT="50837" marB="50837"/>
                </a:tc>
                <a:tc hMerge="1">
                  <a:txBody>
                    <a:bodyPr/>
                    <a:lstStyle/>
                    <a:p>
                      <a:endParaRPr lang="en-US"/>
                    </a:p>
                  </a:txBody>
                  <a:tcPr/>
                </a:tc>
                <a:tc gridSpan="2">
                  <a:txBody>
                    <a:bodyPr/>
                    <a:lstStyle/>
                    <a:p>
                      <a:r>
                        <a:rPr lang="en-US" sz="2000"/>
                        <a:t>0.578</a:t>
                      </a:r>
                    </a:p>
                  </a:txBody>
                  <a:tcPr marL="101674" marR="101674" marT="50837" marB="50837"/>
                </a:tc>
                <a:tc hMerge="1">
                  <a:txBody>
                    <a:bodyPr/>
                    <a:lstStyle/>
                    <a:p>
                      <a:endParaRPr lang="en-US"/>
                    </a:p>
                  </a:txBody>
                  <a:tcPr/>
                </a:tc>
                <a:extLst>
                  <a:ext uri="{0D108BD9-81ED-4DB2-BD59-A6C34878D82A}">
                    <a16:rowId xmlns:a16="http://schemas.microsoft.com/office/drawing/2014/main" val="4185269672"/>
                  </a:ext>
                </a:extLst>
              </a:tr>
              <a:tr h="4473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(3 Die, 1 Die)</a:t>
                      </a:r>
                    </a:p>
                  </a:txBody>
                  <a:tcPr marL="101674" marR="101674" marT="50837" marB="50837"/>
                </a:tc>
                <a:tc gridSpan="2">
                  <a:txBody>
                    <a:bodyPr/>
                    <a:lstStyle/>
                    <a:p>
                      <a:r>
                        <a:rPr lang="en-US" sz="2000"/>
                        <a:t>0.340</a:t>
                      </a:r>
                    </a:p>
                  </a:txBody>
                  <a:tcPr marL="101674" marR="101674" marT="50837" marB="50837"/>
                </a:tc>
                <a:tc hMerge="1">
                  <a:txBody>
                    <a:bodyPr/>
                    <a:lstStyle/>
                    <a:p>
                      <a:endParaRPr lang="en-US"/>
                    </a:p>
                  </a:txBody>
                  <a:tcPr/>
                </a:tc>
                <a:tc gridSpan="2">
                  <a:txBody>
                    <a:bodyPr/>
                    <a:lstStyle/>
                    <a:p>
                      <a:r>
                        <a:rPr lang="en-US" sz="2000"/>
                        <a:t>0.659</a:t>
                      </a:r>
                    </a:p>
                  </a:txBody>
                  <a:tcPr marL="101674" marR="101674" marT="50837" marB="50837"/>
                </a:tc>
                <a:tc hMerge="1">
                  <a:txBody>
                    <a:bodyPr/>
                    <a:lstStyle/>
                    <a:p>
                      <a:endParaRPr lang="en-US"/>
                    </a:p>
                  </a:txBody>
                  <a:tcPr/>
                </a:tc>
                <a:extLst>
                  <a:ext uri="{0D108BD9-81ED-4DB2-BD59-A6C34878D82A}">
                    <a16:rowId xmlns:a16="http://schemas.microsoft.com/office/drawing/2014/main" val="63799919"/>
                  </a:ext>
                </a:extLst>
              </a:tr>
              <a:tr h="4473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(1 Die, 2 Die)</a:t>
                      </a:r>
                    </a:p>
                  </a:txBody>
                  <a:tcPr marL="101674" marR="101674" marT="50837" marB="50837"/>
                </a:tc>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0.745</a:t>
                      </a:r>
                    </a:p>
                  </a:txBody>
                  <a:tcPr marL="101674" marR="101674" marT="50837" marB="50837"/>
                </a:tc>
                <a:tc hMerge="1">
                  <a:txBody>
                    <a:bodyPr/>
                    <a:lstStyle/>
                    <a:p>
                      <a:endParaRPr lang="en-US"/>
                    </a:p>
                  </a:txBody>
                  <a:tcPr/>
                </a:tc>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0.254</a:t>
                      </a:r>
                    </a:p>
                  </a:txBody>
                  <a:tcPr marL="101674" marR="101674" marT="50837" marB="50837"/>
                </a:tc>
                <a:tc hMerge="1">
                  <a:txBody>
                    <a:bodyPr/>
                    <a:lstStyle/>
                    <a:p>
                      <a:endParaRPr lang="en-US"/>
                    </a:p>
                  </a:txBody>
                  <a:tcPr/>
                </a:tc>
                <a:extLst>
                  <a:ext uri="{0D108BD9-81ED-4DB2-BD59-A6C34878D82A}">
                    <a16:rowId xmlns:a16="http://schemas.microsoft.com/office/drawing/2014/main" val="1068955524"/>
                  </a:ext>
                </a:extLst>
              </a:tr>
              <a:tr h="105740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a:t>
                      </a:r>
                    </a:p>
                  </a:txBody>
                  <a:tcPr marL="101674" marR="101674" marT="50837" marB="50837"/>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mn-lt"/>
                          <a:ea typeface="+mn-ea"/>
                          <a:cs typeface="+mn-cs"/>
                        </a:rPr>
                        <a:t>Attacker -2 troops</a:t>
                      </a:r>
                    </a:p>
                  </a:txBody>
                  <a:tcPr marL="101674" marR="101674" marT="50837" marB="50837">
                    <a:solidFill>
                      <a:schemeClr val="accent1"/>
                    </a:solidFill>
                  </a:tcPr>
                </a:tc>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mn-lt"/>
                          <a:ea typeface="+mn-ea"/>
                          <a:cs typeface="+mn-cs"/>
                        </a:rPr>
                        <a:t>Both -1 troop</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000"/>
                    </a:p>
                  </a:txBody>
                  <a:tcPr marL="101674" marR="101674" marT="50837" marB="50837">
                    <a:solidFill>
                      <a:schemeClr val="accent1"/>
                    </a:solidFill>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mn-lt"/>
                          <a:ea typeface="+mn-ea"/>
                          <a:cs typeface="+mn-cs"/>
                        </a:rPr>
                        <a:t>Defender -2 troops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000"/>
                    </a:p>
                  </a:txBody>
                  <a:tcPr marL="101674" marR="101674" marT="50837" marB="50837">
                    <a:solidFill>
                      <a:schemeClr val="accent1"/>
                    </a:solidFill>
                  </a:tcPr>
                </a:tc>
                <a:extLst>
                  <a:ext uri="{0D108BD9-81ED-4DB2-BD59-A6C34878D82A}">
                    <a16:rowId xmlns:a16="http://schemas.microsoft.com/office/drawing/2014/main" val="2518299688"/>
                  </a:ext>
                </a:extLst>
              </a:tr>
              <a:tr h="4473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(2 Die, 2 Die)</a:t>
                      </a:r>
                    </a:p>
                  </a:txBody>
                  <a:tcPr marL="101674" marR="101674" marT="50837" marB="50837"/>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0.448</a:t>
                      </a:r>
                    </a:p>
                  </a:txBody>
                  <a:tcPr marL="101674" marR="101674" marT="50837" marB="50837"/>
                </a:tc>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0.324</a:t>
                      </a:r>
                    </a:p>
                  </a:txBody>
                  <a:tcPr marL="101674" marR="101674" marT="50837" marB="50837"/>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0.227</a:t>
                      </a:r>
                    </a:p>
                  </a:txBody>
                  <a:tcPr marL="101674" marR="101674" marT="50837" marB="50837"/>
                </a:tc>
                <a:extLst>
                  <a:ext uri="{0D108BD9-81ED-4DB2-BD59-A6C34878D82A}">
                    <a16:rowId xmlns:a16="http://schemas.microsoft.com/office/drawing/2014/main" val="884475272"/>
                  </a:ext>
                </a:extLst>
              </a:tr>
              <a:tr h="4473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(3 Die, 2 Die)</a:t>
                      </a:r>
                    </a:p>
                  </a:txBody>
                  <a:tcPr marL="101674" marR="101674" marT="50837" marB="50837"/>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0.292</a:t>
                      </a:r>
                    </a:p>
                  </a:txBody>
                  <a:tcPr marL="101674" marR="101674" marT="50837" marB="50837"/>
                </a:tc>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0.335</a:t>
                      </a:r>
                    </a:p>
                  </a:txBody>
                  <a:tcPr marL="101674" marR="101674" marT="50837" marB="50837"/>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a:t>0.371</a:t>
                      </a:r>
                    </a:p>
                  </a:txBody>
                  <a:tcPr marL="101674" marR="101674" marT="50837" marB="50837"/>
                </a:tc>
                <a:extLst>
                  <a:ext uri="{0D108BD9-81ED-4DB2-BD59-A6C34878D82A}">
                    <a16:rowId xmlns:a16="http://schemas.microsoft.com/office/drawing/2014/main" val="536856824"/>
                  </a:ext>
                </a:extLst>
              </a:tr>
            </a:tbl>
          </a:graphicData>
        </a:graphic>
      </p:graphicFrame>
    </p:spTree>
    <p:extLst>
      <p:ext uri="{BB962C8B-B14F-4D97-AF65-F5344CB8AC3E}">
        <p14:creationId xmlns:p14="http://schemas.microsoft.com/office/powerpoint/2010/main" val="52012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F5F28DF4-08D5-4BC4-84A1-C0DCA66F4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B76FE3-0887-C8E9-081F-E82C5029997D}"/>
              </a:ext>
            </a:extLst>
          </p:cNvPr>
          <p:cNvSpPr>
            <a:spLocks noGrp="1"/>
          </p:cNvSpPr>
          <p:nvPr>
            <p:ph type="title"/>
          </p:nvPr>
        </p:nvSpPr>
        <p:spPr>
          <a:xfrm>
            <a:off x="6420465" y="609600"/>
            <a:ext cx="5122606" cy="1905000"/>
          </a:xfrm>
        </p:spPr>
        <p:txBody>
          <a:bodyPr vert="horz" lIns="91440" tIns="45720" rIns="91440" bIns="45720" rtlCol="0" anchor="ctr">
            <a:normAutofit/>
          </a:bodyPr>
          <a:lstStyle/>
          <a:p>
            <a:r>
              <a:rPr lang="en-US" dirty="0">
                <a:gradFill flip="none" rotWithShape="1">
                  <a:gsLst>
                    <a:gs pos="0">
                      <a:sysClr val="window" lastClr="FFFFFF"/>
                    </a:gs>
                    <a:gs pos="100000">
                      <a:sysClr val="window" lastClr="FFFFFF">
                        <a:lumMod val="65000"/>
                      </a:sysClr>
                    </a:gs>
                  </a:gsLst>
                  <a:lin ang="5580000" scaled="0"/>
                  <a:tileRect/>
                </a:gradFill>
              </a:rPr>
              <a:t>Probability of conquering a territory</a:t>
            </a:r>
          </a:p>
        </p:txBody>
      </p:sp>
      <p:sp>
        <p:nvSpPr>
          <p:cNvPr id="3" name="Content Placeholder 2">
            <a:extLst>
              <a:ext uri="{FF2B5EF4-FFF2-40B4-BE49-F238E27FC236}">
                <a16:creationId xmlns:a16="http://schemas.microsoft.com/office/drawing/2014/main" id="{9BCC0056-8FB5-05CB-B03D-E41168EB2368}"/>
              </a:ext>
            </a:extLst>
          </p:cNvPr>
          <p:cNvSpPr>
            <a:spLocks noGrp="1"/>
          </p:cNvSpPr>
          <p:nvPr>
            <p:ph sz="half" idx="1"/>
          </p:nvPr>
        </p:nvSpPr>
        <p:spPr>
          <a:xfrm>
            <a:off x="6420465" y="2666999"/>
            <a:ext cx="5122606" cy="3216276"/>
          </a:xfrm>
        </p:spPr>
        <p:txBody>
          <a:bodyPr vert="horz" lIns="91440" tIns="45720" rIns="91440" bIns="45720" rtlCol="0" anchor="t">
            <a:normAutofit/>
          </a:bodyPr>
          <a:lstStyle/>
          <a:p>
            <a:pPr>
              <a:buClr>
                <a:schemeClr val="bg1"/>
              </a:buClr>
            </a:pPr>
            <a:r>
              <a:rPr lang="en-US" dirty="0">
                <a:gradFill flip="none" rotWithShape="1">
                  <a:gsLst>
                    <a:gs pos="0">
                      <a:sysClr val="window" lastClr="FFFFFF"/>
                    </a:gs>
                    <a:gs pos="100000">
                      <a:sysClr val="window" lastClr="FFFFFF">
                        <a:lumMod val="75000"/>
                      </a:sysClr>
                    </a:gs>
                  </a:gsLst>
                  <a:lin ang="5580000" scaled="0"/>
                  <a:tileRect/>
                </a:gradFill>
                <a:effectLst>
                  <a:glow rad="38100">
                    <a:schemeClr val="bg1">
                      <a:lumMod val="50000"/>
                      <a:lumOff val="50000"/>
                      <a:alpha val="20000"/>
                    </a:schemeClr>
                  </a:glow>
                  <a:outerShdw blurRad="38100" dist="38100" dir="2700000" algn="tl">
                    <a:srgbClr val="000000">
                      <a:alpha val="43137"/>
                    </a:srgbClr>
                  </a:outerShdw>
                </a:effectLst>
              </a:rPr>
              <a:t>Values are truncated to 3 decimal places</a:t>
            </a:r>
          </a:p>
          <a:p>
            <a:pPr>
              <a:buClr>
                <a:schemeClr val="bg1"/>
              </a:buClr>
            </a:pPr>
            <a:r>
              <a:rPr lang="en-US" dirty="0">
                <a:gradFill flip="none" rotWithShape="1">
                  <a:gsLst>
                    <a:gs pos="0">
                      <a:sysClr val="window" lastClr="FFFFFF"/>
                    </a:gs>
                    <a:gs pos="100000">
                      <a:sysClr val="window" lastClr="FFFFFF">
                        <a:lumMod val="75000"/>
                      </a:sysClr>
                    </a:gs>
                  </a:gsLst>
                  <a:lin ang="5580000" scaled="0"/>
                  <a:tileRect/>
                </a:gradFill>
                <a:effectLst>
                  <a:glow rad="38100">
                    <a:schemeClr val="bg1">
                      <a:lumMod val="50000"/>
                      <a:lumOff val="50000"/>
                      <a:alpha val="20000"/>
                    </a:schemeClr>
                  </a:glow>
                  <a:outerShdw blurRad="38100" dist="38100" dir="2700000" algn="tl">
                    <a:srgbClr val="000000">
                      <a:alpha val="43137"/>
                    </a:srgbClr>
                  </a:outerShdw>
                </a:effectLst>
              </a:rPr>
              <a:t>Number of troops are the number that can battle (1 attacking troop must stay behind to defend the territory)</a:t>
            </a:r>
          </a:p>
        </p:txBody>
      </p:sp>
      <p:sp>
        <p:nvSpPr>
          <p:cNvPr id="38" name="Rounded Rectangle 7">
            <a:extLst>
              <a:ext uri="{FF2B5EF4-FFF2-40B4-BE49-F238E27FC236}">
                <a16:creationId xmlns:a16="http://schemas.microsoft.com/office/drawing/2014/main" id="{89AE0452-FADF-4CC9-8A9B-B5393D499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924" y="620720"/>
            <a:ext cx="5441895" cy="5272133"/>
          </a:xfrm>
          <a:prstGeom prst="roundRect">
            <a:avLst>
              <a:gd name="adj" fmla="val 3812"/>
            </a:avLst>
          </a:prstGeom>
          <a:solidFill>
            <a:schemeClr val="bg1"/>
          </a:solid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Content Placeholder 24">
            <a:extLst>
              <a:ext uri="{FF2B5EF4-FFF2-40B4-BE49-F238E27FC236}">
                <a16:creationId xmlns:a16="http://schemas.microsoft.com/office/drawing/2014/main" id="{4AF48BBE-0F23-A887-D238-EE1C72DFFD0A}"/>
              </a:ext>
            </a:extLst>
          </p:cNvPr>
          <p:cNvPicPr>
            <a:picLocks noGrp="1" noChangeAspect="1"/>
          </p:cNvPicPr>
          <p:nvPr>
            <p:ph sz="half" idx="2"/>
          </p:nvPr>
        </p:nvPicPr>
        <p:blipFill>
          <a:blip r:embed="rId2"/>
          <a:stretch>
            <a:fillRect/>
          </a:stretch>
        </p:blipFill>
        <p:spPr>
          <a:xfrm>
            <a:off x="1166119" y="1115267"/>
            <a:ext cx="4415504" cy="4283039"/>
          </a:xfrm>
          <a:prstGeom prst="rect">
            <a:avLst/>
          </a:prstGeom>
        </p:spPr>
      </p:pic>
    </p:spTree>
    <p:extLst>
      <p:ext uri="{BB962C8B-B14F-4D97-AF65-F5344CB8AC3E}">
        <p14:creationId xmlns:p14="http://schemas.microsoft.com/office/powerpoint/2010/main" val="781200127"/>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663B8-C050-D215-2455-414AE04BA0AD}"/>
              </a:ext>
            </a:extLst>
          </p:cNvPr>
          <p:cNvSpPr>
            <a:spLocks noGrp="1"/>
          </p:cNvSpPr>
          <p:nvPr>
            <p:ph type="title"/>
          </p:nvPr>
        </p:nvSpPr>
        <p:spPr>
          <a:xfrm>
            <a:off x="669851" y="1430179"/>
            <a:ext cx="3029313" cy="3675908"/>
          </a:xfrm>
        </p:spPr>
        <p:txBody>
          <a:bodyPr vert="horz" lIns="91440" tIns="45720" rIns="91440" bIns="45720" rtlCol="0" anchor="ctr">
            <a:normAutofit/>
          </a:bodyPr>
          <a:lstStyle/>
          <a:p>
            <a:r>
              <a:rPr lang="en-US" sz="34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rPr>
              <a:t>Option 2: monte Carlo simulations</a:t>
            </a:r>
          </a:p>
        </p:txBody>
      </p:sp>
      <p:sp>
        <p:nvSpPr>
          <p:cNvPr id="12" name="Rectangle 11">
            <a:extLst>
              <a:ext uri="{FF2B5EF4-FFF2-40B4-BE49-F238E27FC236}">
                <a16:creationId xmlns:a16="http://schemas.microsoft.com/office/drawing/2014/main" id="{7E475056-B0EB-44BE-8568-61ABEFB2E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4" y="0"/>
            <a:ext cx="8132066"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F2C8E2EC-73A4-48C2-B4D7-D7726BD908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9971"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6" name="Rectangle 15">
            <a:extLst>
              <a:ext uri="{FF2B5EF4-FFF2-40B4-BE49-F238E27FC236}">
                <a16:creationId xmlns:a16="http://schemas.microsoft.com/office/drawing/2014/main" id="{E82ABBDC-7A44-4AE8-A04F-B5495481B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94952" y="3195797"/>
            <a:ext cx="6858000" cy="466406"/>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8" name="Content Placeholder 5">
            <a:extLst>
              <a:ext uri="{FF2B5EF4-FFF2-40B4-BE49-F238E27FC236}">
                <a16:creationId xmlns:a16="http://schemas.microsoft.com/office/drawing/2014/main" id="{8CB20845-A54F-80B6-B7C2-E5C4180364D7}"/>
              </a:ext>
            </a:extLst>
          </p:cNvPr>
          <p:cNvGraphicFramePr>
            <a:graphicFrameLocks noGrp="1"/>
          </p:cNvGraphicFramePr>
          <p:nvPr>
            <p:ph sz="half" idx="1"/>
            <p:extLst>
              <p:ext uri="{D42A27DB-BD31-4B8C-83A1-F6EECF244321}">
                <p14:modId xmlns:p14="http://schemas.microsoft.com/office/powerpoint/2010/main" val="1107335891"/>
              </p:ext>
            </p:extLst>
          </p:nvPr>
        </p:nvGraphicFramePr>
        <p:xfrm>
          <a:off x="5054375" y="965200"/>
          <a:ext cx="6046133" cy="46058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733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80D53-AE5C-8F00-D333-9CDCF770C147}"/>
              </a:ext>
            </a:extLst>
          </p:cNvPr>
          <p:cNvSpPr>
            <a:spLocks noGrp="1"/>
          </p:cNvSpPr>
          <p:nvPr>
            <p:ph type="title"/>
          </p:nvPr>
        </p:nvSpPr>
        <p:spPr>
          <a:xfrm>
            <a:off x="643192" y="609600"/>
            <a:ext cx="3643674" cy="1905000"/>
          </a:xfrm>
        </p:spPr>
        <p:txBody>
          <a:bodyPr vert="horz" lIns="91440" tIns="45720" rIns="91440" bIns="45720" rtlCol="0" anchor="ctr">
            <a:normAutofit/>
          </a:bodyPr>
          <a:lstStyle/>
          <a:p>
            <a:r>
              <a:rPr lang="en-US" sz="2800"/>
              <a:t>Comparing Monte Carlo and Markov</a:t>
            </a:r>
          </a:p>
        </p:txBody>
      </p:sp>
      <p:sp>
        <p:nvSpPr>
          <p:cNvPr id="3" name="Content Placeholder 2">
            <a:extLst>
              <a:ext uri="{FF2B5EF4-FFF2-40B4-BE49-F238E27FC236}">
                <a16:creationId xmlns:a16="http://schemas.microsoft.com/office/drawing/2014/main" id="{6C447BC9-9959-C609-58AF-17993F14CA0F}"/>
              </a:ext>
            </a:extLst>
          </p:cNvPr>
          <p:cNvSpPr>
            <a:spLocks noGrp="1"/>
          </p:cNvSpPr>
          <p:nvPr>
            <p:ph sz="half" idx="1"/>
          </p:nvPr>
        </p:nvSpPr>
        <p:spPr>
          <a:xfrm>
            <a:off x="643192" y="2666999"/>
            <a:ext cx="3643674" cy="3216276"/>
          </a:xfrm>
        </p:spPr>
        <p:txBody>
          <a:bodyPr vert="horz" lIns="91440" tIns="45720" rIns="91440" bIns="45720" rtlCol="0" anchor="t">
            <a:normAutofit/>
          </a:bodyPr>
          <a:lstStyle/>
          <a:p>
            <a:r>
              <a:rPr lang="en-US" dirty="0"/>
              <a:t>Each simulation (Sim) ran 10,000 times</a:t>
            </a:r>
          </a:p>
          <a:p>
            <a:r>
              <a:rPr lang="en-US" dirty="0"/>
              <a:t>While this is for a specific combination of attack/defend troops, other combinations show similar graphs</a:t>
            </a:r>
          </a:p>
          <a:p>
            <a:r>
              <a:rPr lang="en-US" dirty="0"/>
              <a:t>The simulations tended to be within ~1% of the calculated probability</a:t>
            </a:r>
          </a:p>
        </p:txBody>
      </p:sp>
      <p:pic>
        <p:nvPicPr>
          <p:cNvPr id="6" name="Content Placeholder 5">
            <a:extLst>
              <a:ext uri="{FF2B5EF4-FFF2-40B4-BE49-F238E27FC236}">
                <a16:creationId xmlns:a16="http://schemas.microsoft.com/office/drawing/2014/main" id="{49C8E6D9-5E26-8CD1-F114-B3DBD65FD0EB}"/>
              </a:ext>
            </a:extLst>
          </p:cNvPr>
          <p:cNvPicPr>
            <a:picLocks noGrp="1" noChangeAspect="1"/>
          </p:cNvPicPr>
          <p:nvPr>
            <p:ph sz="half" idx="2"/>
          </p:nvPr>
        </p:nvPicPr>
        <p:blipFill>
          <a:blip r:embed="rId3"/>
          <a:stretch>
            <a:fillRect/>
          </a:stretch>
        </p:blipFill>
        <p:spPr>
          <a:xfrm>
            <a:off x="4799187" y="645106"/>
            <a:ext cx="6580247" cy="5247747"/>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65828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2826A-1A66-EE48-BEC7-6F07DCF2E44D}"/>
              </a:ext>
            </a:extLst>
          </p:cNvPr>
          <p:cNvSpPr>
            <a:spLocks noGrp="1"/>
          </p:cNvSpPr>
          <p:nvPr>
            <p:ph type="title"/>
          </p:nvPr>
        </p:nvSpPr>
        <p:spPr/>
        <p:txBody>
          <a:bodyPr/>
          <a:lstStyle/>
          <a:p>
            <a:r>
              <a:rPr lang="en-US" dirty="0"/>
              <a:t>Credits and sources</a:t>
            </a:r>
          </a:p>
        </p:txBody>
      </p:sp>
      <p:sp>
        <p:nvSpPr>
          <p:cNvPr id="3" name="Content Placeholder 2">
            <a:extLst>
              <a:ext uri="{FF2B5EF4-FFF2-40B4-BE49-F238E27FC236}">
                <a16:creationId xmlns:a16="http://schemas.microsoft.com/office/drawing/2014/main" id="{2FF85D5B-37EB-0483-064F-98F9D152550D}"/>
              </a:ext>
            </a:extLst>
          </p:cNvPr>
          <p:cNvSpPr>
            <a:spLocks noGrp="1"/>
          </p:cNvSpPr>
          <p:nvPr>
            <p:ph idx="1"/>
          </p:nvPr>
        </p:nvSpPr>
        <p:spPr/>
        <p:txBody>
          <a:bodyPr/>
          <a:lstStyle/>
          <a:p>
            <a:r>
              <a:rPr lang="en-US" dirty="0">
                <a:hlinkClick r:id="rId2"/>
              </a:rPr>
              <a:t>https://en.wikipedia.org/wiki/Absorbing_Markov_chain</a:t>
            </a:r>
            <a:endParaRPr lang="en-US" dirty="0"/>
          </a:p>
          <a:p>
            <a:r>
              <a:rPr lang="en-US" dirty="0">
                <a:hlinkClick r:id="rId3"/>
              </a:rPr>
              <a:t>https://cdn.1j1ju.com/medias/ad/d9/a3-risk-rulebook.pdf</a:t>
            </a:r>
            <a:endParaRPr lang="en-US" dirty="0"/>
          </a:p>
          <a:p>
            <a:r>
              <a:rPr lang="en-US" dirty="0"/>
              <a:t>Python, NumPy, </a:t>
            </a:r>
            <a:r>
              <a:rPr lang="en-US" dirty="0" err="1"/>
              <a:t>MatPlotLib</a:t>
            </a:r>
            <a:r>
              <a:rPr lang="en-US" dirty="0"/>
              <a:t> </a:t>
            </a:r>
          </a:p>
          <a:p>
            <a:r>
              <a:rPr lang="en-US" dirty="0"/>
              <a:t>Scripts: </a:t>
            </a:r>
            <a:r>
              <a:rPr lang="en-US" dirty="0" err="1"/>
              <a:t>github</a:t>
            </a:r>
            <a:endParaRPr lang="en-US" dirty="0"/>
          </a:p>
        </p:txBody>
      </p:sp>
    </p:spTree>
    <p:extLst>
      <p:ext uri="{BB962C8B-B14F-4D97-AF65-F5344CB8AC3E}">
        <p14:creationId xmlns:p14="http://schemas.microsoft.com/office/powerpoint/2010/main" val="4781103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180</TotalTime>
  <Words>732</Words>
  <Application>Microsoft Office PowerPoint</Application>
  <PresentationFormat>Widescreen</PresentationFormat>
  <Paragraphs>74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Century Gothic</vt:lpstr>
      <vt:lpstr>Mesh</vt:lpstr>
      <vt:lpstr>The RISK of Markov Chains</vt:lpstr>
      <vt:lpstr>RISK is a classic board game with the objective of eliminating your opponents.  This objective is achieved by conquering all your opponents’ territories, which are decided by battles.</vt:lpstr>
      <vt:lpstr>On a player's turn, they may choose to attack an adjacent opponent's territory with an army located in adjacent territory.  The attacking and defending player each have several troops in their army located in their respective territories.</vt:lpstr>
      <vt:lpstr>The players then perform a series of battles to determine if the attacked territory is defended or conquered.  Each battle is performed through dice rolls, which determines how many troops are lost in the battle, up to 2 on either side.  The outcome of the attack is determined by the result of all the battles, typically with one side losing all their troops.</vt:lpstr>
      <vt:lpstr>Battle specifics</vt:lpstr>
      <vt:lpstr>Although the probabilities of an individual battle are relatively straight forward to calculate, the probability of conquering a territory is not so clear.  Since the starting conditions of a battle is determined by the results of the previous battle, these conditions can be naturally represented with an absorbing Markov chain.</vt:lpstr>
      <vt:lpstr>What is a Markov chain?</vt:lpstr>
      <vt:lpstr>Absorbing Markov chain</vt:lpstr>
      <vt:lpstr>Calculating absorbing probabilities</vt:lpstr>
      <vt:lpstr>Single Roll probabilities</vt:lpstr>
      <vt:lpstr>Probability of conquering a territory</vt:lpstr>
      <vt:lpstr>Option 2: monte Carlo simulations</vt:lpstr>
      <vt:lpstr>Comparing Monte Carlo and Markov</vt:lpstr>
      <vt:lpstr>Credits and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Allen Xie</dc:creator>
  <cp:lastModifiedBy>Allen Xie</cp:lastModifiedBy>
  <cp:revision>1</cp:revision>
  <dcterms:created xsi:type="dcterms:W3CDTF">2025-11-02T21:37:28Z</dcterms:created>
  <dcterms:modified xsi:type="dcterms:W3CDTF">2025-11-28T23:46:47Z</dcterms:modified>
</cp:coreProperties>
</file>